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13"/>
  </p:notesMasterIdLst>
  <p:sldIdLst>
    <p:sldId id="256" r:id="rId2"/>
    <p:sldId id="277" r:id="rId3"/>
    <p:sldId id="257" r:id="rId4"/>
    <p:sldId id="260" r:id="rId5"/>
    <p:sldId id="283" r:id="rId6"/>
    <p:sldId id="286" r:id="rId7"/>
    <p:sldId id="266" r:id="rId8"/>
    <p:sldId id="284" r:id="rId9"/>
    <p:sldId id="287" r:id="rId10"/>
    <p:sldId id="288" r:id="rId11"/>
    <p:sldId id="279" r:id="rId12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4"/>
      <p:bold r:id="rId15"/>
      <p:italic r:id="rId16"/>
      <p:boldItalic r:id="rId17"/>
    </p:embeddedFont>
    <p:embeddedFont>
      <p:font typeface="Roboto Black" panose="02000000000000000000" pitchFamily="2" charset="0"/>
      <p:bold r:id="rId18"/>
      <p:boldItalic r:id="rId19"/>
    </p:embeddedFont>
    <p:embeddedFont>
      <p:font typeface="Roboto Light" panose="020000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3752CD5-F248-4743-AFD8-1B660533BAF2}">
  <a:tblStyle styleId="{E3752CD5-F248-4743-AFD8-1B660533BAF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 snapToGrid="0">
      <p:cViewPr>
        <p:scale>
          <a:sx n="102" d="100"/>
          <a:sy n="102" d="100"/>
        </p:scale>
        <p:origin x="922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10cdf00e09d_0_3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10cdf00e09d_0_3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d5b18273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d5b18273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d5dbe33cc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d5dbe33cc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10cdf00e09d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10cdf00e09d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>
          <a:extLst>
            <a:ext uri="{FF2B5EF4-FFF2-40B4-BE49-F238E27FC236}">
              <a16:creationId xmlns:a16="http://schemas.microsoft.com/office/drawing/2014/main" id="{823EDB5B-2776-4F22-1CFF-DDCF0D9A7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10cdf00e09d_0_138:notes">
            <a:extLst>
              <a:ext uri="{FF2B5EF4-FFF2-40B4-BE49-F238E27FC236}">
                <a16:creationId xmlns:a16="http://schemas.microsoft.com/office/drawing/2014/main" id="{03079616-3412-D8A3-5303-BC30229D24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10cdf00e09d_0_138:notes">
            <a:extLst>
              <a:ext uri="{FF2B5EF4-FFF2-40B4-BE49-F238E27FC236}">
                <a16:creationId xmlns:a16="http://schemas.microsoft.com/office/drawing/2014/main" id="{12124258-C403-55FC-F2F5-DFA5AFB957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27272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>
          <a:extLst>
            <a:ext uri="{FF2B5EF4-FFF2-40B4-BE49-F238E27FC236}">
              <a16:creationId xmlns:a16="http://schemas.microsoft.com/office/drawing/2014/main" id="{957F4943-F5A5-EBF8-F1A9-A57AACAD8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d5b18273d1_0_0:notes">
            <a:extLst>
              <a:ext uri="{FF2B5EF4-FFF2-40B4-BE49-F238E27FC236}">
                <a16:creationId xmlns:a16="http://schemas.microsoft.com/office/drawing/2014/main" id="{9DAE8A32-C8EA-6731-F63D-ACCEA88E00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d5b18273d1_0_0:notes">
            <a:extLst>
              <a:ext uri="{FF2B5EF4-FFF2-40B4-BE49-F238E27FC236}">
                <a16:creationId xmlns:a16="http://schemas.microsoft.com/office/drawing/2014/main" id="{2DDAE24F-EA86-7E53-94F2-20F679B627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20955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>
          <a:extLst>
            <a:ext uri="{FF2B5EF4-FFF2-40B4-BE49-F238E27FC236}">
              <a16:creationId xmlns:a16="http://schemas.microsoft.com/office/drawing/2014/main" id="{D57C1AA6-32FB-9E84-886D-4876B6E24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d5b18273d1_0_0:notes">
            <a:extLst>
              <a:ext uri="{FF2B5EF4-FFF2-40B4-BE49-F238E27FC236}">
                <a16:creationId xmlns:a16="http://schemas.microsoft.com/office/drawing/2014/main" id="{BA62A2C8-0CDE-788B-45B5-3173E2C7A1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d5b18273d1_0_0:notes">
            <a:extLst>
              <a:ext uri="{FF2B5EF4-FFF2-40B4-BE49-F238E27FC236}">
                <a16:creationId xmlns:a16="http://schemas.microsoft.com/office/drawing/2014/main" id="{BF66AE37-1973-5B00-5B6A-F75299CB0F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99347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10cdf00e09d_0_3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10cdf00e09d_0_3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746695">
            <a:off x="6632999" y="8420"/>
            <a:ext cx="2685665" cy="518698"/>
          </a:xfrm>
          <a:custGeom>
            <a:avLst/>
            <a:gdLst/>
            <a:ahLst/>
            <a:cxnLst/>
            <a:rect l="l" t="t" r="r" b="b"/>
            <a:pathLst>
              <a:path w="107427" h="20748" extrusionOk="0">
                <a:moveTo>
                  <a:pt x="0" y="0"/>
                </a:moveTo>
                <a:cubicBezTo>
                  <a:pt x="8942" y="0"/>
                  <a:pt x="16102" y="8953"/>
                  <a:pt x="25014" y="9696"/>
                </a:cubicBezTo>
                <a:cubicBezTo>
                  <a:pt x="33453" y="10400"/>
                  <a:pt x="41984" y="9122"/>
                  <a:pt x="50417" y="9889"/>
                </a:cubicBezTo>
                <a:cubicBezTo>
                  <a:pt x="57756" y="10556"/>
                  <a:pt x="64585" y="14498"/>
                  <a:pt x="71941" y="14931"/>
                </a:cubicBezTo>
                <a:cubicBezTo>
                  <a:pt x="83907" y="15635"/>
                  <a:pt x="96700" y="15399"/>
                  <a:pt x="107427" y="20748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" name="Google Shape;10;p2"/>
          <p:cNvSpPr/>
          <p:nvPr/>
        </p:nvSpPr>
        <p:spPr>
          <a:xfrm>
            <a:off x="-179375" y="1396150"/>
            <a:ext cx="824125" cy="3795825"/>
          </a:xfrm>
          <a:custGeom>
            <a:avLst/>
            <a:gdLst/>
            <a:ahLst/>
            <a:cxnLst/>
            <a:rect l="l" t="t" r="r" b="b"/>
            <a:pathLst>
              <a:path w="32965" h="151833" extrusionOk="0">
                <a:moveTo>
                  <a:pt x="0" y="0"/>
                </a:moveTo>
                <a:cubicBezTo>
                  <a:pt x="27638" y="11059"/>
                  <a:pt x="12293" y="58876"/>
                  <a:pt x="11053" y="88618"/>
                </a:cubicBezTo>
                <a:cubicBezTo>
                  <a:pt x="10802" y="94633"/>
                  <a:pt x="10471" y="100836"/>
                  <a:pt x="12023" y="106652"/>
                </a:cubicBezTo>
                <a:cubicBezTo>
                  <a:pt x="13827" y="113411"/>
                  <a:pt x="19410" y="118534"/>
                  <a:pt x="23076" y="124492"/>
                </a:cubicBezTo>
                <a:cubicBezTo>
                  <a:pt x="28154" y="132746"/>
                  <a:pt x="31062" y="142330"/>
                  <a:pt x="32965" y="151833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" name="Google Shape;11;p2"/>
          <p:cNvSpPr/>
          <p:nvPr/>
        </p:nvSpPr>
        <p:spPr>
          <a:xfrm>
            <a:off x="215100" y="199200"/>
            <a:ext cx="8713800" cy="4745100"/>
          </a:xfrm>
          <a:prstGeom prst="roundRect">
            <a:avLst>
              <a:gd name="adj" fmla="val 5585"/>
            </a:avLst>
          </a:prstGeom>
          <a:gradFill>
            <a:gsLst>
              <a:gs pos="0">
                <a:srgbClr val="FFFFFF"/>
              </a:gs>
              <a:gs pos="82000">
                <a:schemeClr val="dk1"/>
              </a:gs>
              <a:gs pos="100000">
                <a:schemeClr val="dk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-300575" y="-533900"/>
            <a:ext cx="5466600" cy="1107300"/>
          </a:xfrm>
          <a:prstGeom prst="roundRect">
            <a:avLst>
              <a:gd name="adj" fmla="val 33118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721900" y="1140163"/>
            <a:ext cx="4217400" cy="20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4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721900" y="3149263"/>
            <a:ext cx="4217400" cy="442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-224750" y="664025"/>
            <a:ext cx="834625" cy="3110600"/>
          </a:xfrm>
          <a:custGeom>
            <a:avLst/>
            <a:gdLst/>
            <a:ahLst/>
            <a:cxnLst/>
            <a:rect l="l" t="t" r="r" b="b"/>
            <a:pathLst>
              <a:path w="33385" h="124424" extrusionOk="0">
                <a:moveTo>
                  <a:pt x="0" y="0"/>
                </a:moveTo>
                <a:cubicBezTo>
                  <a:pt x="8102" y="0"/>
                  <a:pt x="6952" y="14658"/>
                  <a:pt x="11033" y="21656"/>
                </a:cubicBezTo>
                <a:cubicBezTo>
                  <a:pt x="15817" y="29859"/>
                  <a:pt x="30086" y="37837"/>
                  <a:pt x="25539" y="46174"/>
                </a:cubicBezTo>
                <a:cubicBezTo>
                  <a:pt x="24011" y="48977"/>
                  <a:pt x="15130" y="51041"/>
                  <a:pt x="16140" y="48012"/>
                </a:cubicBezTo>
                <a:cubicBezTo>
                  <a:pt x="17480" y="43993"/>
                  <a:pt x="25419" y="44450"/>
                  <a:pt x="28808" y="46991"/>
                </a:cubicBezTo>
                <a:cubicBezTo>
                  <a:pt x="32290" y="49602"/>
                  <a:pt x="33635" y="54910"/>
                  <a:pt x="33302" y="59249"/>
                </a:cubicBezTo>
                <a:cubicBezTo>
                  <a:pt x="32570" y="68779"/>
                  <a:pt x="22641" y="75117"/>
                  <a:pt x="17162" y="82949"/>
                </a:cubicBezTo>
                <a:cubicBezTo>
                  <a:pt x="8585" y="95208"/>
                  <a:pt x="0" y="109462"/>
                  <a:pt x="0" y="124424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907775" y="1264429"/>
            <a:ext cx="7328400" cy="331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2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-583675" y="-552950"/>
            <a:ext cx="8166000" cy="1713300"/>
          </a:xfrm>
          <a:prstGeom prst="roundRect">
            <a:avLst>
              <a:gd name="adj" fmla="val 22114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907775" y="521225"/>
            <a:ext cx="73284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7823076" y="-280600"/>
            <a:ext cx="1617974" cy="944625"/>
          </a:xfrm>
          <a:custGeom>
            <a:avLst/>
            <a:gdLst/>
            <a:ahLst/>
            <a:cxnLst/>
            <a:rect l="l" t="t" r="r" b="b"/>
            <a:pathLst>
              <a:path w="81244" h="37785" extrusionOk="0">
                <a:moveTo>
                  <a:pt x="146" y="205"/>
                </a:moveTo>
                <a:cubicBezTo>
                  <a:pt x="-437" y="6612"/>
                  <a:pt x="1633" y="14217"/>
                  <a:pt x="6494" y="18431"/>
                </a:cubicBezTo>
                <a:cubicBezTo>
                  <a:pt x="14128" y="25049"/>
                  <a:pt x="25704" y="24705"/>
                  <a:pt x="35370" y="27647"/>
                </a:cubicBezTo>
                <a:cubicBezTo>
                  <a:pt x="42614" y="29852"/>
                  <a:pt x="48533" y="39428"/>
                  <a:pt x="55850" y="37477"/>
                </a:cubicBezTo>
                <a:cubicBezTo>
                  <a:pt x="62711" y="35648"/>
                  <a:pt x="65236" y="26732"/>
                  <a:pt x="68956" y="20684"/>
                </a:cubicBezTo>
                <a:cubicBezTo>
                  <a:pt x="73158" y="13853"/>
                  <a:pt x="79297" y="7780"/>
                  <a:pt x="81244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/>
          <p:nvPr/>
        </p:nvSpPr>
        <p:spPr>
          <a:xfrm rot="10800000">
            <a:off x="-419100" y="4424394"/>
            <a:ext cx="4267200" cy="966750"/>
          </a:xfrm>
          <a:custGeom>
            <a:avLst/>
            <a:gdLst/>
            <a:ahLst/>
            <a:cxnLst/>
            <a:rect l="l" t="t" r="r" b="b"/>
            <a:pathLst>
              <a:path w="170688" h="38670" extrusionOk="0">
                <a:moveTo>
                  <a:pt x="0" y="0"/>
                </a:moveTo>
                <a:cubicBezTo>
                  <a:pt x="4063" y="3611"/>
                  <a:pt x="7907" y="7887"/>
                  <a:pt x="12954" y="9906"/>
                </a:cubicBezTo>
                <a:cubicBezTo>
                  <a:pt x="19077" y="12355"/>
                  <a:pt x="26106" y="12291"/>
                  <a:pt x="32004" y="15240"/>
                </a:cubicBezTo>
                <a:cubicBezTo>
                  <a:pt x="38608" y="18542"/>
                  <a:pt x="43547" y="24497"/>
                  <a:pt x="48768" y="29718"/>
                </a:cubicBezTo>
                <a:cubicBezTo>
                  <a:pt x="54676" y="35626"/>
                  <a:pt x="64284" y="36074"/>
                  <a:pt x="72390" y="38100"/>
                </a:cubicBezTo>
                <a:cubicBezTo>
                  <a:pt x="85120" y="41283"/>
                  <a:pt x="97500" y="30050"/>
                  <a:pt x="110490" y="28194"/>
                </a:cubicBezTo>
                <a:cubicBezTo>
                  <a:pt x="116546" y="27329"/>
                  <a:pt x="122844" y="28234"/>
                  <a:pt x="128778" y="29718"/>
                </a:cubicBezTo>
                <a:cubicBezTo>
                  <a:pt x="135472" y="31392"/>
                  <a:pt x="142616" y="28929"/>
                  <a:pt x="149352" y="27432"/>
                </a:cubicBezTo>
                <a:cubicBezTo>
                  <a:pt x="156905" y="25753"/>
                  <a:pt x="165217" y="23759"/>
                  <a:pt x="170688" y="18288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9" name="Google Shape;39;p6"/>
          <p:cNvSpPr/>
          <p:nvPr/>
        </p:nvSpPr>
        <p:spPr>
          <a:xfrm rot="10800000">
            <a:off x="7734300" y="-95250"/>
            <a:ext cx="2247900" cy="2177150"/>
          </a:xfrm>
          <a:custGeom>
            <a:avLst/>
            <a:gdLst/>
            <a:ahLst/>
            <a:cxnLst/>
            <a:rect l="l" t="t" r="r" b="b"/>
            <a:pathLst>
              <a:path w="89916" h="87086" extrusionOk="0">
                <a:moveTo>
                  <a:pt x="0" y="980"/>
                </a:moveTo>
                <a:cubicBezTo>
                  <a:pt x="7591" y="-918"/>
                  <a:pt x="18520" y="-197"/>
                  <a:pt x="22860" y="6314"/>
                </a:cubicBezTo>
                <a:cubicBezTo>
                  <a:pt x="27751" y="13650"/>
                  <a:pt x="25406" y="23857"/>
                  <a:pt x="28194" y="32222"/>
                </a:cubicBezTo>
                <a:cubicBezTo>
                  <a:pt x="30026" y="37717"/>
                  <a:pt x="34766" y="41842"/>
                  <a:pt x="38862" y="45938"/>
                </a:cubicBezTo>
                <a:cubicBezTo>
                  <a:pt x="54317" y="61393"/>
                  <a:pt x="89916" y="65229"/>
                  <a:pt x="89916" y="87086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0" name="Google Shape;40;p6"/>
          <p:cNvSpPr/>
          <p:nvPr/>
        </p:nvSpPr>
        <p:spPr>
          <a:xfrm>
            <a:off x="215100" y="199200"/>
            <a:ext cx="8713800" cy="4745100"/>
          </a:xfrm>
          <a:prstGeom prst="roundRect">
            <a:avLst>
              <a:gd name="adj" fmla="val 5585"/>
            </a:avLst>
          </a:prstGeom>
          <a:gradFill>
            <a:gsLst>
              <a:gs pos="0">
                <a:srgbClr val="FFFFFF"/>
              </a:gs>
              <a:gs pos="82000">
                <a:schemeClr val="dk1"/>
              </a:gs>
              <a:gs pos="100000">
                <a:schemeClr val="dk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6"/>
          <p:cNvSpPr/>
          <p:nvPr/>
        </p:nvSpPr>
        <p:spPr>
          <a:xfrm>
            <a:off x="-286025" y="-533900"/>
            <a:ext cx="5452200" cy="1107300"/>
          </a:xfrm>
          <a:prstGeom prst="roundRect">
            <a:avLst>
              <a:gd name="adj" fmla="val 33118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905850" y="521225"/>
            <a:ext cx="7330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/>
          <p:nvPr/>
        </p:nvSpPr>
        <p:spPr>
          <a:xfrm>
            <a:off x="2514600" y="2381250"/>
            <a:ext cx="7391400" cy="3067050"/>
          </a:xfrm>
          <a:custGeom>
            <a:avLst/>
            <a:gdLst/>
            <a:ahLst/>
            <a:cxnLst/>
            <a:rect l="l" t="t" r="r" b="b"/>
            <a:pathLst>
              <a:path w="295656" h="122682" extrusionOk="0">
                <a:moveTo>
                  <a:pt x="0" y="122682"/>
                </a:moveTo>
                <a:cubicBezTo>
                  <a:pt x="6261" y="121899"/>
                  <a:pt x="10017" y="114951"/>
                  <a:pt x="14478" y="110490"/>
                </a:cubicBezTo>
                <a:cubicBezTo>
                  <a:pt x="21718" y="103250"/>
                  <a:pt x="32433" y="98298"/>
                  <a:pt x="42672" y="98298"/>
                </a:cubicBezTo>
                <a:cubicBezTo>
                  <a:pt x="50992" y="98298"/>
                  <a:pt x="56218" y="108331"/>
                  <a:pt x="64008" y="111252"/>
                </a:cubicBezTo>
                <a:cubicBezTo>
                  <a:pt x="74237" y="115088"/>
                  <a:pt x="87684" y="118074"/>
                  <a:pt x="96774" y="112014"/>
                </a:cubicBezTo>
                <a:cubicBezTo>
                  <a:pt x="105005" y="106526"/>
                  <a:pt x="108986" y="96249"/>
                  <a:pt x="116586" y="89916"/>
                </a:cubicBezTo>
                <a:cubicBezTo>
                  <a:pt x="127846" y="80533"/>
                  <a:pt x="141228" y="72897"/>
                  <a:pt x="155448" y="69342"/>
                </a:cubicBezTo>
                <a:cubicBezTo>
                  <a:pt x="163884" y="67233"/>
                  <a:pt x="172728" y="71311"/>
                  <a:pt x="181356" y="72390"/>
                </a:cubicBezTo>
                <a:cubicBezTo>
                  <a:pt x="188453" y="73277"/>
                  <a:pt x="195791" y="71986"/>
                  <a:pt x="202692" y="70104"/>
                </a:cubicBezTo>
                <a:cubicBezTo>
                  <a:pt x="214199" y="66966"/>
                  <a:pt x="223125" y="56995"/>
                  <a:pt x="234696" y="54102"/>
                </a:cubicBezTo>
                <a:cubicBezTo>
                  <a:pt x="246159" y="51236"/>
                  <a:pt x="259611" y="48315"/>
                  <a:pt x="266700" y="38862"/>
                </a:cubicBezTo>
                <a:cubicBezTo>
                  <a:pt x="271955" y="31855"/>
                  <a:pt x="267729" y="19483"/>
                  <a:pt x="274320" y="13716"/>
                </a:cubicBezTo>
                <a:cubicBezTo>
                  <a:pt x="280683" y="8148"/>
                  <a:pt x="291875" y="7562"/>
                  <a:pt x="295656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7" name="Google Shape;87;p14"/>
          <p:cNvSpPr txBox="1">
            <a:spLocks noGrp="1"/>
          </p:cNvSpPr>
          <p:nvPr>
            <p:ph type="title"/>
          </p:nvPr>
        </p:nvSpPr>
        <p:spPr>
          <a:xfrm>
            <a:off x="818821" y="3608684"/>
            <a:ext cx="37968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subTitle" idx="1"/>
          </p:nvPr>
        </p:nvSpPr>
        <p:spPr>
          <a:xfrm>
            <a:off x="818821" y="1376075"/>
            <a:ext cx="3796800" cy="125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9" name="Google Shape;89;p14"/>
          <p:cNvSpPr/>
          <p:nvPr/>
        </p:nvSpPr>
        <p:spPr>
          <a:xfrm>
            <a:off x="-247650" y="762000"/>
            <a:ext cx="659400" cy="2571750"/>
          </a:xfrm>
          <a:custGeom>
            <a:avLst/>
            <a:gdLst/>
            <a:ahLst/>
            <a:cxnLst/>
            <a:rect l="l" t="t" r="r" b="b"/>
            <a:pathLst>
              <a:path w="26376" h="102870" extrusionOk="0">
                <a:moveTo>
                  <a:pt x="5334" y="0"/>
                </a:moveTo>
                <a:cubicBezTo>
                  <a:pt x="9968" y="3475"/>
                  <a:pt x="15183" y="7982"/>
                  <a:pt x="16002" y="13716"/>
                </a:cubicBezTo>
                <a:cubicBezTo>
                  <a:pt x="17082" y="21276"/>
                  <a:pt x="13222" y="29043"/>
                  <a:pt x="14478" y="36576"/>
                </a:cubicBezTo>
                <a:cubicBezTo>
                  <a:pt x="15768" y="44315"/>
                  <a:pt x="24005" y="49539"/>
                  <a:pt x="25908" y="57150"/>
                </a:cubicBezTo>
                <a:cubicBezTo>
                  <a:pt x="27782" y="64644"/>
                  <a:pt x="19525" y="71296"/>
                  <a:pt x="15240" y="77724"/>
                </a:cubicBezTo>
                <a:cubicBezTo>
                  <a:pt x="9803" y="85879"/>
                  <a:pt x="9801" y="102870"/>
                  <a:pt x="0" y="10287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/>
          <p:nvPr/>
        </p:nvSpPr>
        <p:spPr>
          <a:xfrm rot="1783712">
            <a:off x="5714960" y="-95199"/>
            <a:ext cx="4267275" cy="966767"/>
          </a:xfrm>
          <a:custGeom>
            <a:avLst/>
            <a:gdLst/>
            <a:ahLst/>
            <a:cxnLst/>
            <a:rect l="l" t="t" r="r" b="b"/>
            <a:pathLst>
              <a:path w="170688" h="38670" extrusionOk="0">
                <a:moveTo>
                  <a:pt x="0" y="0"/>
                </a:moveTo>
                <a:cubicBezTo>
                  <a:pt x="4063" y="3611"/>
                  <a:pt x="7907" y="7887"/>
                  <a:pt x="12954" y="9906"/>
                </a:cubicBezTo>
                <a:cubicBezTo>
                  <a:pt x="19077" y="12355"/>
                  <a:pt x="26106" y="12291"/>
                  <a:pt x="32004" y="15240"/>
                </a:cubicBezTo>
                <a:cubicBezTo>
                  <a:pt x="38608" y="18542"/>
                  <a:pt x="43547" y="24497"/>
                  <a:pt x="48768" y="29718"/>
                </a:cubicBezTo>
                <a:cubicBezTo>
                  <a:pt x="54676" y="35626"/>
                  <a:pt x="64284" y="36074"/>
                  <a:pt x="72390" y="38100"/>
                </a:cubicBezTo>
                <a:cubicBezTo>
                  <a:pt x="85120" y="41283"/>
                  <a:pt x="97500" y="30050"/>
                  <a:pt x="110490" y="28194"/>
                </a:cubicBezTo>
                <a:cubicBezTo>
                  <a:pt x="116546" y="27329"/>
                  <a:pt x="122844" y="28234"/>
                  <a:pt x="128778" y="29718"/>
                </a:cubicBezTo>
                <a:cubicBezTo>
                  <a:pt x="135472" y="31392"/>
                  <a:pt x="142616" y="28929"/>
                  <a:pt x="149352" y="27432"/>
                </a:cubicBezTo>
                <a:cubicBezTo>
                  <a:pt x="156905" y="25753"/>
                  <a:pt x="165217" y="23759"/>
                  <a:pt x="170688" y="18288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2" name="Google Shape;92;p15"/>
          <p:cNvSpPr/>
          <p:nvPr/>
        </p:nvSpPr>
        <p:spPr>
          <a:xfrm>
            <a:off x="-346375" y="3485469"/>
            <a:ext cx="2247900" cy="2177150"/>
          </a:xfrm>
          <a:custGeom>
            <a:avLst/>
            <a:gdLst/>
            <a:ahLst/>
            <a:cxnLst/>
            <a:rect l="l" t="t" r="r" b="b"/>
            <a:pathLst>
              <a:path w="89916" h="87086" extrusionOk="0">
                <a:moveTo>
                  <a:pt x="0" y="980"/>
                </a:moveTo>
                <a:cubicBezTo>
                  <a:pt x="7591" y="-918"/>
                  <a:pt x="18520" y="-197"/>
                  <a:pt x="22860" y="6314"/>
                </a:cubicBezTo>
                <a:cubicBezTo>
                  <a:pt x="27751" y="13650"/>
                  <a:pt x="25406" y="23857"/>
                  <a:pt x="28194" y="32222"/>
                </a:cubicBezTo>
                <a:cubicBezTo>
                  <a:pt x="30026" y="37717"/>
                  <a:pt x="34766" y="41842"/>
                  <a:pt x="38862" y="45938"/>
                </a:cubicBezTo>
                <a:cubicBezTo>
                  <a:pt x="54317" y="61393"/>
                  <a:pt x="89916" y="65229"/>
                  <a:pt x="89916" y="87086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3" name="Google Shape;93;p15"/>
          <p:cNvSpPr/>
          <p:nvPr/>
        </p:nvSpPr>
        <p:spPr>
          <a:xfrm>
            <a:off x="-305400" y="-533900"/>
            <a:ext cx="5471400" cy="1107300"/>
          </a:xfrm>
          <a:prstGeom prst="roundRect">
            <a:avLst>
              <a:gd name="adj" fmla="val 33118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subTitle" idx="1"/>
          </p:nvPr>
        </p:nvSpPr>
        <p:spPr>
          <a:xfrm>
            <a:off x="721900" y="1975650"/>
            <a:ext cx="4289400" cy="20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5" name="Google Shape;95;p15"/>
          <p:cNvSpPr txBox="1">
            <a:spLocks noGrp="1"/>
          </p:cNvSpPr>
          <p:nvPr>
            <p:ph type="title"/>
          </p:nvPr>
        </p:nvSpPr>
        <p:spPr>
          <a:xfrm>
            <a:off x="721900" y="1240350"/>
            <a:ext cx="4289400" cy="73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BLANK_1_1_1_2_1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/>
          <p:nvPr/>
        </p:nvSpPr>
        <p:spPr>
          <a:xfrm>
            <a:off x="-419100" y="-533900"/>
            <a:ext cx="5585100" cy="1107300"/>
          </a:xfrm>
          <a:prstGeom prst="roundRect">
            <a:avLst>
              <a:gd name="adj" fmla="val 33118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20"/>
          <p:cNvSpPr txBox="1">
            <a:spLocks noGrp="1"/>
          </p:cNvSpPr>
          <p:nvPr>
            <p:ph type="title"/>
          </p:nvPr>
        </p:nvSpPr>
        <p:spPr>
          <a:xfrm>
            <a:off x="3995726" y="3684785"/>
            <a:ext cx="2460000" cy="32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8" name="Google Shape;128;p20"/>
          <p:cNvSpPr txBox="1">
            <a:spLocks noGrp="1"/>
          </p:cNvSpPr>
          <p:nvPr>
            <p:ph type="subTitle" idx="1"/>
          </p:nvPr>
        </p:nvSpPr>
        <p:spPr>
          <a:xfrm>
            <a:off x="3995726" y="4039448"/>
            <a:ext cx="2460000" cy="62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0"/>
          <p:cNvSpPr txBox="1">
            <a:spLocks noGrp="1"/>
          </p:cNvSpPr>
          <p:nvPr>
            <p:ph type="title" idx="2"/>
          </p:nvPr>
        </p:nvSpPr>
        <p:spPr>
          <a:xfrm>
            <a:off x="2688276" y="1274950"/>
            <a:ext cx="2460000" cy="32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0" name="Google Shape;130;p20"/>
          <p:cNvSpPr txBox="1">
            <a:spLocks noGrp="1"/>
          </p:cNvSpPr>
          <p:nvPr>
            <p:ph type="subTitle" idx="3"/>
          </p:nvPr>
        </p:nvSpPr>
        <p:spPr>
          <a:xfrm>
            <a:off x="2688276" y="1629628"/>
            <a:ext cx="2460000" cy="62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title" idx="4"/>
          </p:nvPr>
        </p:nvSpPr>
        <p:spPr>
          <a:xfrm>
            <a:off x="905850" y="521225"/>
            <a:ext cx="7330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0"/>
          <p:cNvSpPr/>
          <p:nvPr/>
        </p:nvSpPr>
        <p:spPr>
          <a:xfrm>
            <a:off x="-25600" y="3771345"/>
            <a:ext cx="3215250" cy="1476475"/>
          </a:xfrm>
          <a:custGeom>
            <a:avLst/>
            <a:gdLst/>
            <a:ahLst/>
            <a:cxnLst/>
            <a:rect l="l" t="t" r="r" b="b"/>
            <a:pathLst>
              <a:path w="128610" h="59059" extrusionOk="0">
                <a:moveTo>
                  <a:pt x="0" y="5403"/>
                </a:moveTo>
                <a:cubicBezTo>
                  <a:pt x="3727" y="1676"/>
                  <a:pt x="9951" y="1729"/>
                  <a:pt x="15155" y="897"/>
                </a:cubicBezTo>
                <a:cubicBezTo>
                  <a:pt x="23775" y="-482"/>
                  <a:pt x="33761" y="-658"/>
                  <a:pt x="41163" y="3969"/>
                </a:cubicBezTo>
                <a:cubicBezTo>
                  <a:pt x="52954" y="11339"/>
                  <a:pt x="59403" y="25117"/>
                  <a:pt x="70039" y="34074"/>
                </a:cubicBezTo>
                <a:cubicBezTo>
                  <a:pt x="77115" y="40033"/>
                  <a:pt x="88352" y="36965"/>
                  <a:pt x="97277" y="39399"/>
                </a:cubicBezTo>
                <a:cubicBezTo>
                  <a:pt x="109173" y="42643"/>
                  <a:pt x="119898" y="50333"/>
                  <a:pt x="128610" y="59059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" name="Google Shape;133;p20"/>
          <p:cNvSpPr/>
          <p:nvPr/>
        </p:nvSpPr>
        <p:spPr>
          <a:xfrm>
            <a:off x="7556875" y="-1362"/>
            <a:ext cx="1643450" cy="1617875"/>
          </a:xfrm>
          <a:custGeom>
            <a:avLst/>
            <a:gdLst/>
            <a:ahLst/>
            <a:cxnLst/>
            <a:rect l="l" t="t" r="r" b="b"/>
            <a:pathLst>
              <a:path w="65738" h="64715" extrusionOk="0">
                <a:moveTo>
                  <a:pt x="0" y="0"/>
                </a:moveTo>
                <a:cubicBezTo>
                  <a:pt x="2154" y="1938"/>
                  <a:pt x="5171" y="3291"/>
                  <a:pt x="6348" y="5939"/>
                </a:cubicBezTo>
                <a:cubicBezTo>
                  <a:pt x="8823" y="11508"/>
                  <a:pt x="6135" y="19447"/>
                  <a:pt x="10444" y="23756"/>
                </a:cubicBezTo>
                <a:cubicBezTo>
                  <a:pt x="18175" y="31487"/>
                  <a:pt x="32369" y="27559"/>
                  <a:pt x="41982" y="32767"/>
                </a:cubicBezTo>
                <a:cubicBezTo>
                  <a:pt x="48026" y="36042"/>
                  <a:pt x="49750" y="44139"/>
                  <a:pt x="53041" y="50174"/>
                </a:cubicBezTo>
                <a:cubicBezTo>
                  <a:pt x="56122" y="55823"/>
                  <a:pt x="60592" y="60851"/>
                  <a:pt x="65738" y="64715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4"/>
          <p:cNvSpPr/>
          <p:nvPr/>
        </p:nvSpPr>
        <p:spPr>
          <a:xfrm>
            <a:off x="-419100" y="-533900"/>
            <a:ext cx="5585100" cy="1107300"/>
          </a:xfrm>
          <a:prstGeom prst="roundRect">
            <a:avLst>
              <a:gd name="adj" fmla="val 33118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24"/>
          <p:cNvSpPr txBox="1">
            <a:spLocks noGrp="1"/>
          </p:cNvSpPr>
          <p:nvPr>
            <p:ph type="ctrTitle"/>
          </p:nvPr>
        </p:nvSpPr>
        <p:spPr>
          <a:xfrm>
            <a:off x="721900" y="721325"/>
            <a:ext cx="4052100" cy="9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9" name="Google Shape;179;p24"/>
          <p:cNvSpPr txBox="1">
            <a:spLocks noGrp="1"/>
          </p:cNvSpPr>
          <p:nvPr>
            <p:ph type="subTitle" idx="1"/>
          </p:nvPr>
        </p:nvSpPr>
        <p:spPr>
          <a:xfrm>
            <a:off x="721900" y="1696875"/>
            <a:ext cx="4278600" cy="130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80" name="Google Shape;180;p24"/>
          <p:cNvSpPr txBox="1"/>
          <p:nvPr/>
        </p:nvSpPr>
        <p:spPr>
          <a:xfrm>
            <a:off x="721900" y="3605275"/>
            <a:ext cx="4052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CREDITS: 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, infographics &amp; images by</a:t>
            </a:r>
            <a:r>
              <a:rPr lang="en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5"/>
          <p:cNvSpPr/>
          <p:nvPr/>
        </p:nvSpPr>
        <p:spPr>
          <a:xfrm rot="1783712">
            <a:off x="5714960" y="-95199"/>
            <a:ext cx="4267275" cy="966767"/>
          </a:xfrm>
          <a:custGeom>
            <a:avLst/>
            <a:gdLst/>
            <a:ahLst/>
            <a:cxnLst/>
            <a:rect l="l" t="t" r="r" b="b"/>
            <a:pathLst>
              <a:path w="170688" h="38670" extrusionOk="0">
                <a:moveTo>
                  <a:pt x="0" y="0"/>
                </a:moveTo>
                <a:cubicBezTo>
                  <a:pt x="4063" y="3611"/>
                  <a:pt x="7907" y="7887"/>
                  <a:pt x="12954" y="9906"/>
                </a:cubicBezTo>
                <a:cubicBezTo>
                  <a:pt x="19077" y="12355"/>
                  <a:pt x="26106" y="12291"/>
                  <a:pt x="32004" y="15240"/>
                </a:cubicBezTo>
                <a:cubicBezTo>
                  <a:pt x="38608" y="18542"/>
                  <a:pt x="43547" y="24497"/>
                  <a:pt x="48768" y="29718"/>
                </a:cubicBezTo>
                <a:cubicBezTo>
                  <a:pt x="54676" y="35626"/>
                  <a:pt x="64284" y="36074"/>
                  <a:pt x="72390" y="38100"/>
                </a:cubicBezTo>
                <a:cubicBezTo>
                  <a:pt x="85120" y="41283"/>
                  <a:pt x="97500" y="30050"/>
                  <a:pt x="110490" y="28194"/>
                </a:cubicBezTo>
                <a:cubicBezTo>
                  <a:pt x="116546" y="27329"/>
                  <a:pt x="122844" y="28234"/>
                  <a:pt x="128778" y="29718"/>
                </a:cubicBezTo>
                <a:cubicBezTo>
                  <a:pt x="135472" y="31392"/>
                  <a:pt x="142616" y="28929"/>
                  <a:pt x="149352" y="27432"/>
                </a:cubicBezTo>
                <a:cubicBezTo>
                  <a:pt x="156905" y="25753"/>
                  <a:pt x="165217" y="23759"/>
                  <a:pt x="170688" y="18288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83" name="Google Shape;183;p25"/>
          <p:cNvSpPr/>
          <p:nvPr/>
        </p:nvSpPr>
        <p:spPr>
          <a:xfrm>
            <a:off x="-346375" y="3485469"/>
            <a:ext cx="2247900" cy="2177150"/>
          </a:xfrm>
          <a:custGeom>
            <a:avLst/>
            <a:gdLst/>
            <a:ahLst/>
            <a:cxnLst/>
            <a:rect l="l" t="t" r="r" b="b"/>
            <a:pathLst>
              <a:path w="89916" h="87086" extrusionOk="0">
                <a:moveTo>
                  <a:pt x="0" y="980"/>
                </a:moveTo>
                <a:cubicBezTo>
                  <a:pt x="7591" y="-918"/>
                  <a:pt x="18520" y="-197"/>
                  <a:pt x="22860" y="6314"/>
                </a:cubicBezTo>
                <a:cubicBezTo>
                  <a:pt x="27751" y="13650"/>
                  <a:pt x="25406" y="23857"/>
                  <a:pt x="28194" y="32222"/>
                </a:cubicBezTo>
                <a:cubicBezTo>
                  <a:pt x="30026" y="37717"/>
                  <a:pt x="34766" y="41842"/>
                  <a:pt x="38862" y="45938"/>
                </a:cubicBezTo>
                <a:cubicBezTo>
                  <a:pt x="54317" y="61393"/>
                  <a:pt x="89916" y="65229"/>
                  <a:pt x="89916" y="87086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84" name="Google Shape;184;p25"/>
          <p:cNvSpPr/>
          <p:nvPr/>
        </p:nvSpPr>
        <p:spPr>
          <a:xfrm>
            <a:off x="215100" y="199200"/>
            <a:ext cx="8713800" cy="4745100"/>
          </a:xfrm>
          <a:prstGeom prst="roundRect">
            <a:avLst>
              <a:gd name="adj" fmla="val 5585"/>
            </a:avLst>
          </a:prstGeom>
          <a:gradFill>
            <a:gsLst>
              <a:gs pos="0">
                <a:srgbClr val="FFFFFF"/>
              </a:gs>
              <a:gs pos="82000">
                <a:schemeClr val="dk1"/>
              </a:gs>
              <a:gs pos="100000">
                <a:schemeClr val="dk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25"/>
          <p:cNvSpPr/>
          <p:nvPr/>
        </p:nvSpPr>
        <p:spPr>
          <a:xfrm>
            <a:off x="-305400" y="-533900"/>
            <a:ext cx="5471400" cy="1107300"/>
          </a:xfrm>
          <a:prstGeom prst="roundRect">
            <a:avLst>
              <a:gd name="adj" fmla="val 33118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6"/>
          <p:cNvSpPr/>
          <p:nvPr/>
        </p:nvSpPr>
        <p:spPr>
          <a:xfrm>
            <a:off x="-419100" y="-533900"/>
            <a:ext cx="5585100" cy="1107300"/>
          </a:xfrm>
          <a:prstGeom prst="roundRect">
            <a:avLst>
              <a:gd name="adj" fmla="val 33118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26"/>
          <p:cNvSpPr/>
          <p:nvPr/>
        </p:nvSpPr>
        <p:spPr>
          <a:xfrm rot="-9016288">
            <a:off x="-1184614" y="4485745"/>
            <a:ext cx="4267275" cy="966767"/>
          </a:xfrm>
          <a:custGeom>
            <a:avLst/>
            <a:gdLst/>
            <a:ahLst/>
            <a:cxnLst/>
            <a:rect l="l" t="t" r="r" b="b"/>
            <a:pathLst>
              <a:path w="170688" h="38670" extrusionOk="0">
                <a:moveTo>
                  <a:pt x="0" y="0"/>
                </a:moveTo>
                <a:cubicBezTo>
                  <a:pt x="4063" y="3611"/>
                  <a:pt x="7907" y="7887"/>
                  <a:pt x="12954" y="9906"/>
                </a:cubicBezTo>
                <a:cubicBezTo>
                  <a:pt x="19077" y="12355"/>
                  <a:pt x="26106" y="12291"/>
                  <a:pt x="32004" y="15240"/>
                </a:cubicBezTo>
                <a:cubicBezTo>
                  <a:pt x="38608" y="18542"/>
                  <a:pt x="43547" y="24497"/>
                  <a:pt x="48768" y="29718"/>
                </a:cubicBezTo>
                <a:cubicBezTo>
                  <a:pt x="54676" y="35626"/>
                  <a:pt x="64284" y="36074"/>
                  <a:pt x="72390" y="38100"/>
                </a:cubicBezTo>
                <a:cubicBezTo>
                  <a:pt x="85120" y="41283"/>
                  <a:pt x="97500" y="30050"/>
                  <a:pt x="110490" y="28194"/>
                </a:cubicBezTo>
                <a:cubicBezTo>
                  <a:pt x="116546" y="27329"/>
                  <a:pt x="122844" y="28234"/>
                  <a:pt x="128778" y="29718"/>
                </a:cubicBezTo>
                <a:cubicBezTo>
                  <a:pt x="135472" y="31392"/>
                  <a:pt x="142616" y="28929"/>
                  <a:pt x="149352" y="27432"/>
                </a:cubicBezTo>
                <a:cubicBezTo>
                  <a:pt x="156905" y="25753"/>
                  <a:pt x="165217" y="23759"/>
                  <a:pt x="170688" y="18288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89" name="Google Shape;189;p26"/>
          <p:cNvSpPr/>
          <p:nvPr/>
        </p:nvSpPr>
        <p:spPr>
          <a:xfrm rot="10800000">
            <a:off x="6896097" y="-305306"/>
            <a:ext cx="2247900" cy="2177150"/>
          </a:xfrm>
          <a:custGeom>
            <a:avLst/>
            <a:gdLst/>
            <a:ahLst/>
            <a:cxnLst/>
            <a:rect l="l" t="t" r="r" b="b"/>
            <a:pathLst>
              <a:path w="89916" h="87086" extrusionOk="0">
                <a:moveTo>
                  <a:pt x="0" y="980"/>
                </a:moveTo>
                <a:cubicBezTo>
                  <a:pt x="7591" y="-918"/>
                  <a:pt x="18520" y="-197"/>
                  <a:pt x="22860" y="6314"/>
                </a:cubicBezTo>
                <a:cubicBezTo>
                  <a:pt x="27751" y="13650"/>
                  <a:pt x="25406" y="23857"/>
                  <a:pt x="28194" y="32222"/>
                </a:cubicBezTo>
                <a:cubicBezTo>
                  <a:pt x="30026" y="37717"/>
                  <a:pt x="34766" y="41842"/>
                  <a:pt x="38862" y="45938"/>
                </a:cubicBezTo>
                <a:cubicBezTo>
                  <a:pt x="54317" y="61393"/>
                  <a:pt x="89916" y="65229"/>
                  <a:pt x="89916" y="87086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Black"/>
              <a:buNone/>
              <a:defRPr sz="30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Black"/>
              <a:buNone/>
              <a:defRPr sz="30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Black"/>
              <a:buNone/>
              <a:defRPr sz="30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Black"/>
              <a:buNone/>
              <a:defRPr sz="30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Black"/>
              <a:buNone/>
              <a:defRPr sz="30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Black"/>
              <a:buNone/>
              <a:defRPr sz="30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Black"/>
              <a:buNone/>
              <a:defRPr sz="30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Black"/>
              <a:buNone/>
              <a:defRPr sz="30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Black"/>
              <a:buNone/>
              <a:defRPr sz="30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●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○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■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●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○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■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●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○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■"/>
              <a:def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8" r:id="rId4"/>
    <p:sldLayoutId id="2147483660" r:id="rId5"/>
    <p:sldLayoutId id="2147483661" r:id="rId6"/>
    <p:sldLayoutId id="2147483666" r:id="rId7"/>
    <p:sldLayoutId id="2147483670" r:id="rId8"/>
    <p:sldLayoutId id="2147483671" r:id="rId9"/>
    <p:sldLayoutId id="2147483672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0"/>
          <p:cNvSpPr txBox="1"/>
          <p:nvPr/>
        </p:nvSpPr>
        <p:spPr>
          <a:xfrm rot="-5400000">
            <a:off x="3956053" y="2017775"/>
            <a:ext cx="3453900" cy="11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0" dirty="0">
                <a:solidFill>
                  <a:schemeClr val="dk2"/>
                </a:solidFill>
                <a:latin typeface="Roboto Black"/>
                <a:ea typeface="Roboto Black"/>
                <a:cs typeface="Roboto Black"/>
                <a:sym typeface="Roboto Black"/>
              </a:rPr>
              <a:t>2026</a:t>
            </a:r>
            <a:endParaRPr sz="9000" dirty="0">
              <a:solidFill>
                <a:schemeClr val="dk2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pic>
        <p:nvPicPr>
          <p:cNvPr id="201" name="Google Shape;201;p30"/>
          <p:cNvPicPr preferRelativeResize="0"/>
          <p:nvPr/>
        </p:nvPicPr>
        <p:blipFill rotWithShape="1">
          <a:blip r:embed="rId3">
            <a:alphaModFix/>
          </a:blip>
          <a:srcRect r="52308"/>
          <a:stretch/>
        </p:blipFill>
        <p:spPr>
          <a:xfrm>
            <a:off x="5939358" y="851625"/>
            <a:ext cx="2258550" cy="3537426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0"/>
          <p:cNvSpPr txBox="1">
            <a:spLocks noGrp="1"/>
          </p:cNvSpPr>
          <p:nvPr>
            <p:ph type="ctrTitle"/>
          </p:nvPr>
        </p:nvSpPr>
        <p:spPr>
          <a:xfrm>
            <a:off x="721900" y="1140163"/>
            <a:ext cx="4217400" cy="20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ExplorAR</a:t>
            </a:r>
            <a:br>
              <a:rPr lang="en" dirty="0"/>
            </a:br>
            <a:r>
              <a:rPr lang="en" dirty="0"/>
              <a:t>Glasses </a:t>
            </a:r>
            <a:endParaRPr dirty="0"/>
          </a:p>
        </p:txBody>
      </p:sp>
      <p:sp>
        <p:nvSpPr>
          <p:cNvPr id="203" name="Google Shape;203;p30"/>
          <p:cNvSpPr txBox="1">
            <a:spLocks noGrp="1"/>
          </p:cNvSpPr>
          <p:nvPr>
            <p:ph type="subTitle" idx="1"/>
          </p:nvPr>
        </p:nvSpPr>
        <p:spPr>
          <a:xfrm>
            <a:off x="721900" y="3149263"/>
            <a:ext cx="4217400" cy="44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is where your presentation begins</a:t>
            </a:r>
            <a:endParaRPr/>
          </a:p>
        </p:txBody>
      </p:sp>
      <p:sp>
        <p:nvSpPr>
          <p:cNvPr id="204" name="Google Shape;204;p30"/>
          <p:cNvSpPr/>
          <p:nvPr/>
        </p:nvSpPr>
        <p:spPr>
          <a:xfrm>
            <a:off x="852975" y="4118375"/>
            <a:ext cx="442200" cy="4422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5" name="Google Shape;205;p30"/>
          <p:cNvGrpSpPr/>
          <p:nvPr/>
        </p:nvGrpSpPr>
        <p:grpSpPr>
          <a:xfrm>
            <a:off x="5914750" y="826100"/>
            <a:ext cx="2308600" cy="3586175"/>
            <a:chOff x="5914750" y="826100"/>
            <a:chExt cx="2308600" cy="3586175"/>
          </a:xfrm>
        </p:grpSpPr>
        <p:sp>
          <p:nvSpPr>
            <p:cNvPr id="206" name="Google Shape;206;p30"/>
            <p:cNvSpPr/>
            <p:nvPr/>
          </p:nvSpPr>
          <p:spPr>
            <a:xfrm>
              <a:off x="5914750" y="826100"/>
              <a:ext cx="61200" cy="6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30"/>
            <p:cNvSpPr/>
            <p:nvPr/>
          </p:nvSpPr>
          <p:spPr>
            <a:xfrm>
              <a:off x="5914750" y="4351075"/>
              <a:ext cx="61200" cy="6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30"/>
            <p:cNvSpPr/>
            <p:nvPr/>
          </p:nvSpPr>
          <p:spPr>
            <a:xfrm>
              <a:off x="8162150" y="826100"/>
              <a:ext cx="61200" cy="6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30"/>
            <p:cNvSpPr/>
            <p:nvPr/>
          </p:nvSpPr>
          <p:spPr>
            <a:xfrm>
              <a:off x="8162150" y="4351075"/>
              <a:ext cx="61200" cy="6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0" name="Google Shape;210;p30"/>
          <p:cNvSpPr/>
          <p:nvPr/>
        </p:nvSpPr>
        <p:spPr>
          <a:xfrm>
            <a:off x="6532850" y="735550"/>
            <a:ext cx="1312800" cy="357600"/>
          </a:xfrm>
          <a:prstGeom prst="snip1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118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 err="1">
                <a:latin typeface="Roboto Light"/>
                <a:ea typeface="Roboto Light"/>
                <a:cs typeface="Roboto Light"/>
                <a:sym typeface="Roboto Light"/>
              </a:rPr>
              <a:t>ExplorAR</a:t>
            </a: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11" name="Google Shape;211;p30"/>
          <p:cNvSpPr/>
          <p:nvPr/>
        </p:nvSpPr>
        <p:spPr>
          <a:xfrm>
            <a:off x="1464276" y="4118375"/>
            <a:ext cx="442200" cy="4422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30"/>
          <p:cNvSpPr/>
          <p:nvPr/>
        </p:nvSpPr>
        <p:spPr>
          <a:xfrm>
            <a:off x="218225" y="144600"/>
            <a:ext cx="343800" cy="2823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118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218" name="Google Shape;218;p30">
            <a:hlinkClick r:id="" action="ppaction://hlinkshowjump?jump=nextslide"/>
          </p:cNvPr>
          <p:cNvCxnSpPr/>
          <p:nvPr/>
        </p:nvCxnSpPr>
        <p:spPr>
          <a:xfrm>
            <a:off x="8529925" y="4051850"/>
            <a:ext cx="0" cy="3372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51"/>
          <p:cNvSpPr txBox="1">
            <a:spLocks noGrp="1"/>
          </p:cNvSpPr>
          <p:nvPr>
            <p:ph type="title" idx="4"/>
          </p:nvPr>
        </p:nvSpPr>
        <p:spPr>
          <a:xfrm>
            <a:off x="248139" y="-3853"/>
            <a:ext cx="7330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MEET THE TEAM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41" name="Google Shape;841;p51"/>
          <p:cNvSpPr txBox="1">
            <a:spLocks noGrp="1"/>
          </p:cNvSpPr>
          <p:nvPr>
            <p:ph type="title"/>
          </p:nvPr>
        </p:nvSpPr>
        <p:spPr>
          <a:xfrm>
            <a:off x="841021" y="1640231"/>
            <a:ext cx="3406844" cy="32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SARAYU ANAND GONGADA</a:t>
            </a:r>
            <a:endParaRPr dirty="0"/>
          </a:p>
        </p:txBody>
      </p:sp>
      <p:sp>
        <p:nvSpPr>
          <p:cNvPr id="843" name="Google Shape;843;p51"/>
          <p:cNvSpPr txBox="1">
            <a:spLocks noGrp="1"/>
          </p:cNvSpPr>
          <p:nvPr>
            <p:ph type="title" idx="2"/>
          </p:nvPr>
        </p:nvSpPr>
        <p:spPr>
          <a:xfrm>
            <a:off x="905849" y="1256368"/>
            <a:ext cx="2460000" cy="32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RIDA SADIQA</a:t>
            </a:r>
            <a:endParaRPr dirty="0"/>
          </a:p>
        </p:txBody>
      </p:sp>
      <p:sp>
        <p:nvSpPr>
          <p:cNvPr id="859" name="Google Shape;859;p51"/>
          <p:cNvSpPr/>
          <p:nvPr/>
        </p:nvSpPr>
        <p:spPr>
          <a:xfrm>
            <a:off x="7794150" y="4513092"/>
            <a:ext cx="442200" cy="4422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0" name="Google Shape;860;p51"/>
          <p:cNvSpPr/>
          <p:nvPr/>
        </p:nvSpPr>
        <p:spPr>
          <a:xfrm>
            <a:off x="8418739" y="4513092"/>
            <a:ext cx="442200" cy="4422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61" name="Google Shape;861;p51">
            <a:hlinkClick r:id="" action="ppaction://hlinkshowjump?jump=nextslide"/>
          </p:cNvPr>
          <p:cNvCxnSpPr/>
          <p:nvPr/>
        </p:nvCxnSpPr>
        <p:spPr>
          <a:xfrm>
            <a:off x="8529925" y="4051850"/>
            <a:ext cx="0" cy="337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62" name="Google Shape;862;p51">
            <a:hlinkClick r:id="" action="ppaction://hlinkshowjump?jump=nextslide"/>
          </p:cNvPr>
          <p:cNvCxnSpPr/>
          <p:nvPr/>
        </p:nvCxnSpPr>
        <p:spPr>
          <a:xfrm>
            <a:off x="8529925" y="4051850"/>
            <a:ext cx="0" cy="337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67" name="Google Shape;867;p51"/>
          <p:cNvSpPr/>
          <p:nvPr/>
        </p:nvSpPr>
        <p:spPr>
          <a:xfrm>
            <a:off x="218225" y="144600"/>
            <a:ext cx="343800" cy="2823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118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" name="Google Shape;843;p51">
            <a:extLst>
              <a:ext uri="{FF2B5EF4-FFF2-40B4-BE49-F238E27FC236}">
                <a16:creationId xmlns:a16="http://schemas.microsoft.com/office/drawing/2014/main" id="{1CA14491-6BD0-77D3-DA49-308158395DD5}"/>
              </a:ext>
            </a:extLst>
          </p:cNvPr>
          <p:cNvSpPr txBox="1">
            <a:spLocks/>
          </p:cNvSpPr>
          <p:nvPr/>
        </p:nvSpPr>
        <p:spPr>
          <a:xfrm>
            <a:off x="847739" y="1996245"/>
            <a:ext cx="3065650" cy="3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Roboto Black"/>
              <a:buNone/>
              <a:defRPr sz="2000" b="0" i="0" u="none" strike="noStrike" cap="none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Roboto Black"/>
              <a:buNone/>
              <a:defRPr sz="2500" b="0" i="0" u="none" strike="noStrike" cap="none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Roboto Black"/>
              <a:buNone/>
              <a:defRPr sz="2500" b="0" i="0" u="none" strike="noStrike" cap="none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Roboto Black"/>
              <a:buNone/>
              <a:defRPr sz="2500" b="0" i="0" u="none" strike="noStrike" cap="none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Roboto Black"/>
              <a:buNone/>
              <a:defRPr sz="2500" b="0" i="0" u="none" strike="noStrike" cap="none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Roboto Black"/>
              <a:buNone/>
              <a:defRPr sz="2500" b="0" i="0" u="none" strike="noStrike" cap="none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Roboto Black"/>
              <a:buNone/>
              <a:defRPr sz="2500" b="0" i="0" u="none" strike="noStrike" cap="none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Roboto Black"/>
              <a:buNone/>
              <a:defRPr sz="2500" b="0" i="0" u="none" strike="noStrike" cap="none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Roboto Black"/>
              <a:buNone/>
              <a:defRPr sz="2500" b="0" i="0" u="none" strike="noStrike" cap="none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rPr lang="en-IN" dirty="0"/>
              <a:t>MOHAMMED SUFYAN</a:t>
            </a:r>
          </a:p>
        </p:txBody>
      </p:sp>
      <p:sp>
        <p:nvSpPr>
          <p:cNvPr id="8" name="Google Shape;843;p51">
            <a:extLst>
              <a:ext uri="{FF2B5EF4-FFF2-40B4-BE49-F238E27FC236}">
                <a16:creationId xmlns:a16="http://schemas.microsoft.com/office/drawing/2014/main" id="{9BF4C61C-0A04-929E-5F21-1E0A3D066032}"/>
              </a:ext>
            </a:extLst>
          </p:cNvPr>
          <p:cNvSpPr txBox="1">
            <a:spLocks/>
          </p:cNvSpPr>
          <p:nvPr/>
        </p:nvSpPr>
        <p:spPr>
          <a:xfrm>
            <a:off x="847739" y="2352259"/>
            <a:ext cx="2949430" cy="3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Roboto Black"/>
              <a:buNone/>
              <a:defRPr sz="2000" b="0" i="0" u="none" strike="noStrike" cap="none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Roboto Black"/>
              <a:buNone/>
              <a:defRPr sz="2500" b="0" i="0" u="none" strike="noStrike" cap="none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Roboto Black"/>
              <a:buNone/>
              <a:defRPr sz="2500" b="0" i="0" u="none" strike="noStrike" cap="none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Roboto Black"/>
              <a:buNone/>
              <a:defRPr sz="2500" b="0" i="0" u="none" strike="noStrike" cap="none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Roboto Black"/>
              <a:buNone/>
              <a:defRPr sz="2500" b="0" i="0" u="none" strike="noStrike" cap="none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Roboto Black"/>
              <a:buNone/>
              <a:defRPr sz="2500" b="0" i="0" u="none" strike="noStrike" cap="none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Roboto Black"/>
              <a:buNone/>
              <a:defRPr sz="2500" b="0" i="0" u="none" strike="noStrike" cap="none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Roboto Black"/>
              <a:buNone/>
              <a:defRPr sz="2500" b="0" i="0" u="none" strike="noStrike" cap="none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Roboto Black"/>
              <a:buNone/>
              <a:defRPr sz="2500" b="0" i="0" u="none" strike="noStrike" cap="none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rPr lang="en-IN" dirty="0"/>
              <a:t>MOHAMMAD ARMAAN</a:t>
            </a:r>
          </a:p>
        </p:txBody>
      </p:sp>
      <p:sp>
        <p:nvSpPr>
          <p:cNvPr id="9" name="Google Shape;841;p51">
            <a:extLst>
              <a:ext uri="{FF2B5EF4-FFF2-40B4-BE49-F238E27FC236}">
                <a16:creationId xmlns:a16="http://schemas.microsoft.com/office/drawing/2014/main" id="{3478567F-47B7-2769-EF1E-E125E3401BB5}"/>
              </a:ext>
            </a:extLst>
          </p:cNvPr>
          <p:cNvSpPr txBox="1">
            <a:spLocks/>
          </p:cNvSpPr>
          <p:nvPr/>
        </p:nvSpPr>
        <p:spPr>
          <a:xfrm>
            <a:off x="811824" y="2778313"/>
            <a:ext cx="2648050" cy="3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Roboto Black"/>
              <a:buNone/>
              <a:defRPr sz="2000" b="0" i="0" u="none" strike="noStrike" cap="none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Roboto Black"/>
              <a:buNone/>
              <a:defRPr sz="2500" b="0" i="0" u="none" strike="noStrike" cap="none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Roboto Black"/>
              <a:buNone/>
              <a:defRPr sz="2500" b="0" i="0" u="none" strike="noStrike" cap="none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Roboto Black"/>
              <a:buNone/>
              <a:defRPr sz="2500" b="0" i="0" u="none" strike="noStrike" cap="none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Roboto Black"/>
              <a:buNone/>
              <a:defRPr sz="2500" b="0" i="0" u="none" strike="noStrike" cap="none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Roboto Black"/>
              <a:buNone/>
              <a:defRPr sz="2500" b="0" i="0" u="none" strike="noStrike" cap="none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Roboto Black"/>
              <a:buNone/>
              <a:defRPr sz="2500" b="0" i="0" u="none" strike="noStrike" cap="none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Roboto Black"/>
              <a:buNone/>
              <a:defRPr sz="2500" b="0" i="0" u="none" strike="noStrike" cap="none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Roboto Black"/>
              <a:buNone/>
              <a:defRPr sz="2500" b="0" i="0" u="none" strike="noStrike" cap="none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rPr lang="en-IN" dirty="0"/>
              <a:t>YASHVI RAJIV VYAS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1"/>
          <p:cNvSpPr txBox="1">
            <a:spLocks noGrp="1"/>
          </p:cNvSpPr>
          <p:nvPr>
            <p:ph type="title"/>
          </p:nvPr>
        </p:nvSpPr>
        <p:spPr>
          <a:xfrm>
            <a:off x="907775" y="521225"/>
            <a:ext cx="73284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/>
              <a:t>INTRODUCTION</a:t>
            </a: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25" name="Google Shape;225;p31"/>
          <p:cNvSpPr/>
          <p:nvPr/>
        </p:nvSpPr>
        <p:spPr>
          <a:xfrm rot="-5400000">
            <a:off x="-173600" y="3881925"/>
            <a:ext cx="1312800" cy="357600"/>
          </a:xfrm>
          <a:prstGeom prst="snip1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118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 Black"/>
                <a:ea typeface="Roboto Black"/>
                <a:cs typeface="Roboto Black"/>
                <a:sym typeface="Roboto Black"/>
              </a:rPr>
              <a:t>EXPLORAR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>
                <a:latin typeface="Roboto Light"/>
                <a:ea typeface="Roboto Light"/>
                <a:cs typeface="Roboto Light"/>
                <a:sym typeface="Roboto Light"/>
              </a:rPr>
              <a:t>GLASESS</a:t>
            </a: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pSp>
        <p:nvGrpSpPr>
          <p:cNvPr id="226" name="Google Shape;226;p31"/>
          <p:cNvGrpSpPr/>
          <p:nvPr/>
        </p:nvGrpSpPr>
        <p:grpSpPr>
          <a:xfrm>
            <a:off x="8308825" y="1124625"/>
            <a:ext cx="442200" cy="1053501"/>
            <a:chOff x="8672125" y="787500"/>
            <a:chExt cx="442200" cy="1053501"/>
          </a:xfrm>
        </p:grpSpPr>
        <p:sp>
          <p:nvSpPr>
            <p:cNvPr id="227" name="Google Shape;227;p31"/>
            <p:cNvSpPr/>
            <p:nvPr/>
          </p:nvSpPr>
          <p:spPr>
            <a:xfrm rot="5400000">
              <a:off x="8672125" y="787500"/>
              <a:ext cx="442200" cy="4422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31"/>
            <p:cNvSpPr/>
            <p:nvPr/>
          </p:nvSpPr>
          <p:spPr>
            <a:xfrm rot="5400000">
              <a:off x="8672125" y="1398800"/>
              <a:ext cx="442200" cy="4422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35" name="Google Shape;235;p31">
            <a:hlinkClick r:id="" action="ppaction://hlinkshowjump?jump=nextslide"/>
          </p:cNvPr>
          <p:cNvCxnSpPr/>
          <p:nvPr/>
        </p:nvCxnSpPr>
        <p:spPr>
          <a:xfrm>
            <a:off x="8529925" y="4051850"/>
            <a:ext cx="0" cy="337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BE155F-7931-6003-28D2-359AE87CD1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08050" y="2046218"/>
            <a:ext cx="808747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Augmented Reality (AR) enhances the real world by overlaying digital information.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Unlike VR, AR allows users to stay aware of their surroundings.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travel, users depend on multiple apps for navigation, translation, and weather.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leads to a fragmented and less immersive experience.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ExplorAR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Glasses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aim to provide a unified AR-based travel assistant.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1D05230-B0AD-740D-6F91-BC5B99665550}"/>
              </a:ext>
            </a:extLst>
          </p:cNvPr>
          <p:cNvSpPr/>
          <p:nvPr/>
        </p:nvSpPr>
        <p:spPr>
          <a:xfrm>
            <a:off x="0" y="-10000"/>
            <a:ext cx="5823678" cy="5909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1" name="Google Shape;291;p34"/>
          <p:cNvSpPr/>
          <p:nvPr/>
        </p:nvSpPr>
        <p:spPr>
          <a:xfrm>
            <a:off x="7153340" y="2571750"/>
            <a:ext cx="1775459" cy="2004900"/>
          </a:xfrm>
          <a:prstGeom prst="roundRect">
            <a:avLst>
              <a:gd name="adj" fmla="val 5585"/>
            </a:avLst>
          </a:prstGeom>
          <a:gradFill>
            <a:gsLst>
              <a:gs pos="0">
                <a:srgbClr val="FFFFFF"/>
              </a:gs>
              <a:gs pos="82000">
                <a:schemeClr val="dk1"/>
              </a:gs>
              <a:gs pos="100000">
                <a:schemeClr val="dk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34"/>
          <p:cNvSpPr txBox="1">
            <a:spLocks noGrp="1"/>
          </p:cNvSpPr>
          <p:nvPr>
            <p:ph type="title"/>
          </p:nvPr>
        </p:nvSpPr>
        <p:spPr>
          <a:xfrm>
            <a:off x="350045" y="49050"/>
            <a:ext cx="37968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>
                <a:solidFill>
                  <a:schemeClr val="bg1"/>
                </a:solidFill>
              </a:rPr>
              <a:t>ABSTRACT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95" name="Google Shape;295;p34"/>
          <p:cNvSpPr/>
          <p:nvPr/>
        </p:nvSpPr>
        <p:spPr>
          <a:xfrm>
            <a:off x="896073" y="2950000"/>
            <a:ext cx="442200" cy="4422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6" name="Google Shape;296;p34"/>
          <p:cNvGrpSpPr/>
          <p:nvPr/>
        </p:nvGrpSpPr>
        <p:grpSpPr>
          <a:xfrm>
            <a:off x="7237854" y="2517772"/>
            <a:ext cx="1606430" cy="2112856"/>
            <a:chOff x="5156938" y="826100"/>
            <a:chExt cx="3066413" cy="3586175"/>
          </a:xfrm>
        </p:grpSpPr>
        <p:sp>
          <p:nvSpPr>
            <p:cNvPr id="297" name="Google Shape;297;p34"/>
            <p:cNvSpPr/>
            <p:nvPr/>
          </p:nvSpPr>
          <p:spPr>
            <a:xfrm>
              <a:off x="5156938" y="826100"/>
              <a:ext cx="61200" cy="6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34"/>
            <p:cNvSpPr/>
            <p:nvPr/>
          </p:nvSpPr>
          <p:spPr>
            <a:xfrm>
              <a:off x="5156938" y="4351075"/>
              <a:ext cx="61200" cy="6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34"/>
            <p:cNvSpPr/>
            <p:nvPr/>
          </p:nvSpPr>
          <p:spPr>
            <a:xfrm>
              <a:off x="8162150" y="826100"/>
              <a:ext cx="61200" cy="6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34"/>
            <p:cNvSpPr/>
            <p:nvPr/>
          </p:nvSpPr>
          <p:spPr>
            <a:xfrm>
              <a:off x="8162150" y="4351075"/>
              <a:ext cx="61200" cy="6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1" name="Google Shape;301;p34"/>
          <p:cNvSpPr/>
          <p:nvPr/>
        </p:nvSpPr>
        <p:spPr>
          <a:xfrm>
            <a:off x="7384669" y="2214150"/>
            <a:ext cx="1312800" cy="357600"/>
          </a:xfrm>
          <a:prstGeom prst="snip1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118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 Black"/>
                <a:ea typeface="Roboto Black"/>
                <a:cs typeface="Roboto Black"/>
                <a:sym typeface="Roboto Black"/>
              </a:rPr>
              <a:t>Extended AR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 </a:t>
            </a:r>
            <a:endParaRPr lang="en"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02" name="Google Shape;302;p34"/>
          <p:cNvSpPr/>
          <p:nvPr/>
        </p:nvSpPr>
        <p:spPr>
          <a:xfrm>
            <a:off x="1550994" y="2950000"/>
            <a:ext cx="442200" cy="4422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09" name="Google Shape;309;p34">
            <a:hlinkClick r:id="" action="ppaction://hlinkshowjump?jump=nextslide"/>
          </p:cNvPr>
          <p:cNvCxnSpPr/>
          <p:nvPr/>
        </p:nvCxnSpPr>
        <p:spPr>
          <a:xfrm>
            <a:off x="8529925" y="4051850"/>
            <a:ext cx="0" cy="3372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0B345F89-3DEF-A6C9-0573-91A7EA602B1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75127" y="850523"/>
            <a:ext cx="7593745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ExplorAR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Glasses is an intelligent AR-based travel assistance system.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integrates geolocation, AI (LLMs), navigation APIs, weather services, and translation.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contextual information about surroundings.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voice interaction for hands-free usage.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cloud-based APIs for scalability and lightweight performance. </a:t>
            </a:r>
          </a:p>
        </p:txBody>
      </p:sp>
      <p:pic>
        <p:nvPicPr>
          <p:cNvPr id="8" name="Google Shape;905;p53">
            <a:extLst>
              <a:ext uri="{FF2B5EF4-FFF2-40B4-BE49-F238E27FC236}">
                <a16:creationId xmlns:a16="http://schemas.microsoft.com/office/drawing/2014/main" id="{70322D12-855B-7183-D3CD-E7CCD908855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8927" r="28923"/>
          <a:stretch/>
        </p:blipFill>
        <p:spPr>
          <a:xfrm>
            <a:off x="7253884" y="2638561"/>
            <a:ext cx="1518406" cy="18712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FC45F-7BA2-63AE-E29C-F60846FA0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99" y="88404"/>
            <a:ext cx="7330500" cy="572700"/>
          </a:xfrm>
        </p:spPr>
        <p:txBody>
          <a:bodyPr/>
          <a:lstStyle/>
          <a:p>
            <a:r>
              <a:rPr lang="en-IN" sz="2000" dirty="0">
                <a:solidFill>
                  <a:schemeClr val="tx1"/>
                </a:solidFill>
              </a:rPr>
              <a:t>LITERATURE REVIEW</a:t>
            </a:r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D1D42FA7-8E07-429A-3F46-4575659565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699" y="661104"/>
            <a:ext cx="803617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 has been successfully applied in navigation, tourism, and maintenance systems.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Studies show improved efficiency, visualization, and user interaction.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AI and NLP enhances contextual understanding.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However, most systems lack: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multiple features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Scalability for real-world usage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intelligence </a:t>
            </a:r>
          </a:p>
        </p:txBody>
      </p:sp>
      <p:pic>
        <p:nvPicPr>
          <p:cNvPr id="14" name="Google Shape;253;p32">
            <a:extLst>
              <a:ext uri="{FF2B5EF4-FFF2-40B4-BE49-F238E27FC236}">
                <a16:creationId xmlns:a16="http://schemas.microsoft.com/office/drawing/2014/main" id="{78EFB484-C7F7-98B0-260A-0B2BC79BE23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7332" t="16472" r="5072" b="4068"/>
          <a:stretch/>
        </p:blipFill>
        <p:spPr>
          <a:xfrm>
            <a:off x="3854530" y="2038824"/>
            <a:ext cx="1984140" cy="25318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33490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0F1FAD43-269E-B02A-5D42-C9DDEBF999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4522" y="2656950"/>
            <a:ext cx="4289400" cy="2024700"/>
          </a:xfrm>
        </p:spPr>
        <p:txBody>
          <a:bodyPr/>
          <a:lstStyle/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ExplorAR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Glasses provide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intelligent travel platform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AR, AI, ML, and API-based services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location-based insights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navigation assistance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recognition &amp; translation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weather updates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Voice-based interaction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design supports future enhancements like personalization and offline </a:t>
            </a:r>
            <a:r>
              <a:rPr lang="en-IN" dirty="0"/>
              <a:t>mode </a:t>
            </a:r>
          </a:p>
          <a:p>
            <a:pPr marL="139700" indent="0">
              <a:buNone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5A6119-1155-ED6D-FF87-EDCB4B953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74" y="0"/>
            <a:ext cx="4289400" cy="735300"/>
          </a:xfrm>
        </p:spPr>
        <p:txBody>
          <a:bodyPr/>
          <a:lstStyle/>
          <a:p>
            <a:r>
              <a:rPr lang="en-IN" sz="2000" dirty="0">
                <a:solidFill>
                  <a:schemeClr val="bg1"/>
                </a:solidFill>
              </a:rPr>
              <a:t>PROPOSED SYSTEM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2549BE-15F4-3DB3-B2DA-DC04190BF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8100" y="104930"/>
            <a:ext cx="5876038" cy="2102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84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0"/>
          <p:cNvSpPr txBox="1"/>
          <p:nvPr/>
        </p:nvSpPr>
        <p:spPr>
          <a:xfrm rot="-5400000">
            <a:off x="3976484" y="2017775"/>
            <a:ext cx="3453900" cy="11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0" dirty="0">
                <a:solidFill>
                  <a:schemeClr val="dk2"/>
                </a:solidFill>
                <a:latin typeface="Roboto Black"/>
                <a:ea typeface="Roboto Black"/>
                <a:cs typeface="Roboto Black"/>
                <a:sym typeface="Roboto Black"/>
              </a:rPr>
              <a:t>2026</a:t>
            </a:r>
            <a:endParaRPr sz="9000" dirty="0">
              <a:solidFill>
                <a:schemeClr val="dk2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510" name="Google Shape;510;p40"/>
          <p:cNvSpPr/>
          <p:nvPr/>
        </p:nvSpPr>
        <p:spPr>
          <a:xfrm>
            <a:off x="531700" y="986688"/>
            <a:ext cx="4669800" cy="3267300"/>
          </a:xfrm>
          <a:prstGeom prst="roundRect">
            <a:avLst>
              <a:gd name="adj" fmla="val 5585"/>
            </a:avLst>
          </a:prstGeom>
          <a:gradFill>
            <a:gsLst>
              <a:gs pos="0">
                <a:srgbClr val="FFFFFF"/>
              </a:gs>
              <a:gs pos="82000">
                <a:schemeClr val="dk1"/>
              </a:gs>
              <a:gs pos="100000">
                <a:schemeClr val="dk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40"/>
          <p:cNvSpPr txBox="1">
            <a:spLocks noGrp="1"/>
          </p:cNvSpPr>
          <p:nvPr>
            <p:ph type="title"/>
          </p:nvPr>
        </p:nvSpPr>
        <p:spPr>
          <a:xfrm>
            <a:off x="721900" y="1240350"/>
            <a:ext cx="4289400" cy="73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/>
              <a:t>EXISTING SYSTEM</a:t>
            </a:r>
            <a:endParaRPr dirty="0"/>
          </a:p>
        </p:txBody>
      </p:sp>
      <p:sp>
        <p:nvSpPr>
          <p:cNvPr id="512" name="Google Shape;512;p40"/>
          <p:cNvSpPr txBox="1">
            <a:spLocks noGrp="1"/>
          </p:cNvSpPr>
          <p:nvPr>
            <p:ph type="subTitle" idx="1"/>
          </p:nvPr>
        </p:nvSpPr>
        <p:spPr>
          <a:xfrm>
            <a:off x="711125" y="1878450"/>
            <a:ext cx="4289400" cy="20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39700" indent="0">
              <a:buNone/>
            </a:pPr>
            <a:r>
              <a:rPr lang="en-IN" b="1" dirty="0">
                <a:solidFill>
                  <a:schemeClr val="bg1"/>
                </a:solidFill>
              </a:rPr>
              <a:t>Popular AR systems include: </a:t>
            </a:r>
          </a:p>
          <a:p>
            <a:pPr lvl="1" algn="l"/>
            <a:r>
              <a:rPr lang="en-IN" dirty="0">
                <a:solidFill>
                  <a:schemeClr val="bg1"/>
                </a:solidFill>
              </a:rPr>
              <a:t>Google Glass </a:t>
            </a:r>
          </a:p>
          <a:p>
            <a:pPr lvl="1" algn="l"/>
            <a:r>
              <a:rPr lang="en-IN" dirty="0">
                <a:solidFill>
                  <a:schemeClr val="bg1"/>
                </a:solidFill>
              </a:rPr>
              <a:t>Microsoft HoloLens </a:t>
            </a:r>
          </a:p>
          <a:p>
            <a:pPr lvl="1" algn="l"/>
            <a:r>
              <a:rPr lang="en-IN" dirty="0">
                <a:solidFill>
                  <a:schemeClr val="bg1"/>
                </a:solidFill>
              </a:rPr>
              <a:t>Magic Leap </a:t>
            </a:r>
          </a:p>
          <a:p>
            <a:pPr lvl="1" algn="l"/>
            <a:r>
              <a:rPr lang="en-IN" dirty="0" err="1">
                <a:solidFill>
                  <a:schemeClr val="bg1"/>
                </a:solidFill>
              </a:rPr>
              <a:t>Vuzix</a:t>
            </a:r>
            <a:r>
              <a:rPr lang="en-IN" dirty="0">
                <a:solidFill>
                  <a:schemeClr val="bg1"/>
                </a:solidFill>
              </a:rPr>
              <a:t> Blade </a:t>
            </a:r>
          </a:p>
          <a:p>
            <a:pPr marL="139700" indent="0">
              <a:buNone/>
            </a:pPr>
            <a:r>
              <a:rPr lang="en-IN" b="1" dirty="0">
                <a:solidFill>
                  <a:schemeClr val="bg1"/>
                </a:solidFill>
              </a:rPr>
              <a:t>Features: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Hands-free interaction </a:t>
            </a:r>
          </a:p>
          <a:p>
            <a:r>
              <a:rPr lang="en-IN" dirty="0">
                <a:solidFill>
                  <a:schemeClr val="bg1"/>
                </a:solidFill>
              </a:rPr>
              <a:t>Basic navigation and notifications </a:t>
            </a:r>
          </a:p>
          <a:p>
            <a:r>
              <a:rPr lang="en-IN" dirty="0">
                <a:solidFill>
                  <a:schemeClr val="bg1"/>
                </a:solidFill>
              </a:rPr>
              <a:t>Limited AR visualization</a:t>
            </a:r>
          </a:p>
        </p:txBody>
      </p:sp>
      <p:pic>
        <p:nvPicPr>
          <p:cNvPr id="519" name="Google Shape;519;p40"/>
          <p:cNvPicPr preferRelativeResize="0"/>
          <p:nvPr/>
        </p:nvPicPr>
        <p:blipFill rotWithShape="1">
          <a:blip r:embed="rId3">
            <a:alphaModFix/>
          </a:blip>
          <a:srcRect l="21416" r="8275"/>
          <a:stretch/>
        </p:blipFill>
        <p:spPr>
          <a:xfrm>
            <a:off x="5929881" y="851625"/>
            <a:ext cx="2487300" cy="3537300"/>
          </a:xfrm>
          <a:prstGeom prst="roundRect">
            <a:avLst>
              <a:gd name="adj" fmla="val 4678"/>
            </a:avLst>
          </a:prstGeom>
          <a:noFill/>
          <a:ln>
            <a:noFill/>
          </a:ln>
        </p:spPr>
      </p:pic>
      <p:sp>
        <p:nvSpPr>
          <p:cNvPr id="520" name="Google Shape;520;p40"/>
          <p:cNvSpPr/>
          <p:nvPr/>
        </p:nvSpPr>
        <p:spPr>
          <a:xfrm>
            <a:off x="6586799" y="665975"/>
            <a:ext cx="1312800" cy="357600"/>
          </a:xfrm>
          <a:prstGeom prst="snip1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118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 Black"/>
                <a:ea typeface="Roboto Black"/>
                <a:cs typeface="Roboto Black"/>
                <a:sym typeface="Roboto Black"/>
              </a:rPr>
              <a:t>EXTENDED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 Black"/>
                <a:ea typeface="Roboto Black"/>
                <a:cs typeface="Roboto Black"/>
                <a:sym typeface="Roboto Black"/>
              </a:rPr>
              <a:t>AR </a:t>
            </a:r>
            <a:r>
              <a:rPr lang="en" dirty="0">
                <a:latin typeface="Roboto Light"/>
                <a:ea typeface="Roboto Light"/>
                <a:cs typeface="Roboto Light"/>
                <a:sym typeface="Roboto Light"/>
              </a:rPr>
              <a:t>AGENCY</a:t>
            </a: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521" name="Google Shape;521;p40">
            <a:hlinkClick r:id="" action="ppaction://hlinkshowjump?jump=nextslide"/>
          </p:cNvPr>
          <p:cNvCxnSpPr/>
          <p:nvPr/>
        </p:nvCxnSpPr>
        <p:spPr>
          <a:xfrm>
            <a:off x="8529925" y="4051850"/>
            <a:ext cx="0" cy="337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>
          <a:extLst>
            <a:ext uri="{FF2B5EF4-FFF2-40B4-BE49-F238E27FC236}">
              <a16:creationId xmlns:a16="http://schemas.microsoft.com/office/drawing/2014/main" id="{0BEBBC78-0F2A-D3E1-81E3-CAE458800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0">
            <a:extLst>
              <a:ext uri="{FF2B5EF4-FFF2-40B4-BE49-F238E27FC236}">
                <a16:creationId xmlns:a16="http://schemas.microsoft.com/office/drawing/2014/main" id="{79741A39-A304-DAAD-5E1A-9B1374DD180A}"/>
              </a:ext>
            </a:extLst>
          </p:cNvPr>
          <p:cNvSpPr txBox="1"/>
          <p:nvPr/>
        </p:nvSpPr>
        <p:spPr>
          <a:xfrm>
            <a:off x="5501971" y="1421700"/>
            <a:ext cx="3453900" cy="11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0" dirty="0">
                <a:solidFill>
                  <a:schemeClr val="dk2"/>
                </a:solidFill>
                <a:latin typeface="Roboto Black"/>
                <a:ea typeface="Roboto Black"/>
                <a:cs typeface="Roboto Black"/>
                <a:sym typeface="Roboto Black"/>
              </a:rPr>
              <a:t>2026</a:t>
            </a:r>
            <a:endParaRPr sz="9000" dirty="0">
              <a:solidFill>
                <a:schemeClr val="dk2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510" name="Google Shape;510;p40">
            <a:extLst>
              <a:ext uri="{FF2B5EF4-FFF2-40B4-BE49-F238E27FC236}">
                <a16:creationId xmlns:a16="http://schemas.microsoft.com/office/drawing/2014/main" id="{FC4A3CB0-7954-9550-F408-0099C561F9E8}"/>
              </a:ext>
            </a:extLst>
          </p:cNvPr>
          <p:cNvSpPr/>
          <p:nvPr/>
        </p:nvSpPr>
        <p:spPr>
          <a:xfrm>
            <a:off x="531700" y="986688"/>
            <a:ext cx="4669800" cy="3267300"/>
          </a:xfrm>
          <a:prstGeom prst="roundRect">
            <a:avLst>
              <a:gd name="adj" fmla="val 5585"/>
            </a:avLst>
          </a:prstGeom>
          <a:gradFill>
            <a:gsLst>
              <a:gs pos="0">
                <a:srgbClr val="FFFFFF"/>
              </a:gs>
              <a:gs pos="82000">
                <a:schemeClr val="dk1"/>
              </a:gs>
              <a:gs pos="100000">
                <a:schemeClr val="dk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40">
            <a:extLst>
              <a:ext uri="{FF2B5EF4-FFF2-40B4-BE49-F238E27FC236}">
                <a16:creationId xmlns:a16="http://schemas.microsoft.com/office/drawing/2014/main" id="{B914E7EC-6406-AFE4-321C-D74F0CD8A0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1900" y="1240350"/>
            <a:ext cx="4289400" cy="73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/>
              <a:t>EXISTING SYSTEM</a:t>
            </a:r>
            <a:endParaRPr dirty="0"/>
          </a:p>
        </p:txBody>
      </p:sp>
      <p:sp>
        <p:nvSpPr>
          <p:cNvPr id="520" name="Google Shape;520;p40">
            <a:extLst>
              <a:ext uri="{FF2B5EF4-FFF2-40B4-BE49-F238E27FC236}">
                <a16:creationId xmlns:a16="http://schemas.microsoft.com/office/drawing/2014/main" id="{B1D5AB46-766A-93FA-4390-B7CCFF98330E}"/>
              </a:ext>
            </a:extLst>
          </p:cNvPr>
          <p:cNvSpPr/>
          <p:nvPr/>
        </p:nvSpPr>
        <p:spPr>
          <a:xfrm>
            <a:off x="6504354" y="973362"/>
            <a:ext cx="1312800" cy="357600"/>
          </a:xfrm>
          <a:prstGeom prst="snip1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118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 Black"/>
                <a:ea typeface="Roboto Black"/>
                <a:cs typeface="Roboto Black"/>
                <a:sym typeface="Roboto Black"/>
              </a:rPr>
              <a:t>EXTENDED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 Black"/>
                <a:ea typeface="Roboto Black"/>
                <a:cs typeface="Roboto Black"/>
                <a:sym typeface="Roboto Black"/>
              </a:rPr>
              <a:t>AR </a:t>
            </a:r>
            <a:r>
              <a:rPr lang="en" dirty="0">
                <a:latin typeface="Roboto Light"/>
                <a:ea typeface="Roboto Light"/>
                <a:cs typeface="Roboto Light"/>
                <a:sym typeface="Roboto Light"/>
              </a:rPr>
              <a:t>AGENCY</a:t>
            </a: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521" name="Google Shape;521;p40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BEE9E18-B683-617E-EE7C-4AD51A536372}"/>
              </a:ext>
            </a:extLst>
          </p:cNvPr>
          <p:cNvCxnSpPr/>
          <p:nvPr/>
        </p:nvCxnSpPr>
        <p:spPr>
          <a:xfrm>
            <a:off x="8529925" y="4051850"/>
            <a:ext cx="0" cy="337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0CC7D666-103A-C142-032B-4A806BF620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900" y="1608000"/>
            <a:ext cx="4257897" cy="1661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cost and limited accessibility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Bulky and not suitable for travel use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contextual AI capabilities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Dependence on multiple applications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offline support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integrated features like translation and weather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A1DC47-F9A1-BBCF-F2EC-6F0563B9D9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367" y="2620338"/>
            <a:ext cx="3830158" cy="154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139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5017B71E-8D56-851C-C865-DA0D4E375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1">
            <a:extLst>
              <a:ext uri="{FF2B5EF4-FFF2-40B4-BE49-F238E27FC236}">
                <a16:creationId xmlns:a16="http://schemas.microsoft.com/office/drawing/2014/main" id="{E292C56E-63AD-E03E-2CC0-17A3E33CE0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8225" y="551925"/>
            <a:ext cx="73284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2000" dirty="0"/>
              <a:t>SYSTEM REQUIREMENTS</a:t>
            </a:r>
            <a:endParaRPr sz="2000"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25" name="Google Shape;225;p31">
            <a:extLst>
              <a:ext uri="{FF2B5EF4-FFF2-40B4-BE49-F238E27FC236}">
                <a16:creationId xmlns:a16="http://schemas.microsoft.com/office/drawing/2014/main" id="{0605C272-DC39-9020-C4FE-18AF040191FA}"/>
              </a:ext>
            </a:extLst>
          </p:cNvPr>
          <p:cNvSpPr/>
          <p:nvPr/>
        </p:nvSpPr>
        <p:spPr>
          <a:xfrm rot="-5400000">
            <a:off x="-173600" y="3881925"/>
            <a:ext cx="1312800" cy="357600"/>
          </a:xfrm>
          <a:prstGeom prst="snip1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118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 Black"/>
                <a:ea typeface="Roboto Black"/>
                <a:cs typeface="Roboto Black"/>
                <a:sym typeface="Roboto Black"/>
              </a:rPr>
              <a:t>EXTENDED AR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>
                <a:latin typeface="Roboto Light"/>
                <a:ea typeface="Roboto Light"/>
                <a:cs typeface="Roboto Light"/>
                <a:sym typeface="Roboto Light"/>
              </a:rPr>
              <a:t>AGENCY</a:t>
            </a: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pSp>
        <p:nvGrpSpPr>
          <p:cNvPr id="226" name="Google Shape;226;p31">
            <a:extLst>
              <a:ext uri="{FF2B5EF4-FFF2-40B4-BE49-F238E27FC236}">
                <a16:creationId xmlns:a16="http://schemas.microsoft.com/office/drawing/2014/main" id="{0B978AF6-54A4-B156-289B-CAEC7FA71B09}"/>
              </a:ext>
            </a:extLst>
          </p:cNvPr>
          <p:cNvGrpSpPr/>
          <p:nvPr/>
        </p:nvGrpSpPr>
        <p:grpSpPr>
          <a:xfrm>
            <a:off x="8308825" y="1124625"/>
            <a:ext cx="442200" cy="1053501"/>
            <a:chOff x="8672125" y="787500"/>
            <a:chExt cx="442200" cy="1053501"/>
          </a:xfrm>
        </p:grpSpPr>
        <p:sp>
          <p:nvSpPr>
            <p:cNvPr id="227" name="Google Shape;227;p31">
              <a:extLst>
                <a:ext uri="{FF2B5EF4-FFF2-40B4-BE49-F238E27FC236}">
                  <a16:creationId xmlns:a16="http://schemas.microsoft.com/office/drawing/2014/main" id="{F874C36C-811A-E1F9-8253-02D3EC76094F}"/>
                </a:ext>
              </a:extLst>
            </p:cNvPr>
            <p:cNvSpPr/>
            <p:nvPr/>
          </p:nvSpPr>
          <p:spPr>
            <a:xfrm rot="5400000">
              <a:off x="8672125" y="787500"/>
              <a:ext cx="442200" cy="4422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31">
              <a:extLst>
                <a:ext uri="{FF2B5EF4-FFF2-40B4-BE49-F238E27FC236}">
                  <a16:creationId xmlns:a16="http://schemas.microsoft.com/office/drawing/2014/main" id="{2269BF08-912D-4571-2E23-2CDF444A1166}"/>
                </a:ext>
              </a:extLst>
            </p:cNvPr>
            <p:cNvSpPr/>
            <p:nvPr/>
          </p:nvSpPr>
          <p:spPr>
            <a:xfrm rot="5400000">
              <a:off x="8672125" y="1398800"/>
              <a:ext cx="442200" cy="4422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35" name="Google Shape;235;p3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7E21234-B96C-FD6B-160E-46215A6DA818}"/>
              </a:ext>
            </a:extLst>
          </p:cNvPr>
          <p:cNvCxnSpPr/>
          <p:nvPr/>
        </p:nvCxnSpPr>
        <p:spPr>
          <a:xfrm>
            <a:off x="8529925" y="4051850"/>
            <a:ext cx="0" cy="337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6A911-E237-3061-FAC0-4537FAE461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24957" y="1832272"/>
            <a:ext cx="470192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39700" indent="0">
              <a:buNone/>
            </a:pPr>
            <a:r>
              <a:rPr lang="en-IN" sz="1800" b="1" dirty="0"/>
              <a:t>Hardware: </a:t>
            </a:r>
          </a:p>
          <a:p>
            <a:r>
              <a:rPr lang="en-IN" sz="1800" dirty="0"/>
              <a:t>Camera, GPS, Microphone </a:t>
            </a:r>
          </a:p>
          <a:p>
            <a:r>
              <a:rPr lang="en-IN" sz="1800" dirty="0"/>
              <a:t>Accelerometer, Gyroscope </a:t>
            </a:r>
          </a:p>
          <a:p>
            <a:r>
              <a:rPr lang="en-IN" sz="1800" dirty="0"/>
              <a:t>AR device / Laptop (prototype) </a:t>
            </a:r>
          </a:p>
          <a:p>
            <a:pPr marL="139700" indent="0">
              <a:buNone/>
            </a:pPr>
            <a:r>
              <a:rPr lang="en-IN" sz="1800" b="1" dirty="0"/>
              <a:t>Software:</a:t>
            </a:r>
          </a:p>
          <a:p>
            <a:r>
              <a:rPr lang="en-IN" sz="1800" dirty="0"/>
              <a:t>AR Framework (</a:t>
            </a:r>
            <a:r>
              <a:rPr lang="en-IN" sz="1800" dirty="0" err="1"/>
              <a:t>ARCore</a:t>
            </a:r>
            <a:r>
              <a:rPr lang="en-IN" sz="1800" dirty="0"/>
              <a:t>/ARKit) </a:t>
            </a:r>
          </a:p>
          <a:p>
            <a:r>
              <a:rPr lang="en-IN" sz="1800" dirty="0"/>
              <a:t>ML tools (TensorFlow, OpenCV) </a:t>
            </a:r>
          </a:p>
          <a:p>
            <a:r>
              <a:rPr lang="en-IN" sz="1800" dirty="0"/>
              <a:t>APIs for navigation, weather, translation </a:t>
            </a:r>
          </a:p>
          <a:p>
            <a:r>
              <a:rPr lang="en-IN" sz="1800" dirty="0"/>
              <a:t>Internet connectivity (Wi-Fi/Bluetooth)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9A6F58-4B91-F9BE-BE8F-14D10CE6A5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14793"/>
            <a:ext cx="4353775" cy="373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418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FD63BF55-F54A-C9BB-735A-F57F47149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1">
            <a:extLst>
              <a:ext uri="{FF2B5EF4-FFF2-40B4-BE49-F238E27FC236}">
                <a16:creationId xmlns:a16="http://schemas.microsoft.com/office/drawing/2014/main" id="{047DD1CA-7CFF-169A-09D4-72C8BBE983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8225" y="551925"/>
            <a:ext cx="73284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/>
              <a:t>CONCLUSION</a:t>
            </a: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25" name="Google Shape;225;p31">
            <a:extLst>
              <a:ext uri="{FF2B5EF4-FFF2-40B4-BE49-F238E27FC236}">
                <a16:creationId xmlns:a16="http://schemas.microsoft.com/office/drawing/2014/main" id="{3055DEE0-7091-439E-F709-830ACC5990A5}"/>
              </a:ext>
            </a:extLst>
          </p:cNvPr>
          <p:cNvSpPr/>
          <p:nvPr/>
        </p:nvSpPr>
        <p:spPr>
          <a:xfrm rot="-5400000">
            <a:off x="-173600" y="3881925"/>
            <a:ext cx="1312800" cy="357600"/>
          </a:xfrm>
          <a:prstGeom prst="snip1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118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 Black"/>
                <a:ea typeface="Roboto Black"/>
                <a:cs typeface="Roboto Black"/>
                <a:sym typeface="Roboto Black"/>
              </a:rPr>
              <a:t>EXTENDED AR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>
                <a:latin typeface="Roboto Light"/>
                <a:ea typeface="Roboto Light"/>
                <a:cs typeface="Roboto Light"/>
                <a:sym typeface="Roboto Light"/>
              </a:rPr>
              <a:t>AGENCY</a:t>
            </a: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pSp>
        <p:nvGrpSpPr>
          <p:cNvPr id="226" name="Google Shape;226;p31">
            <a:extLst>
              <a:ext uri="{FF2B5EF4-FFF2-40B4-BE49-F238E27FC236}">
                <a16:creationId xmlns:a16="http://schemas.microsoft.com/office/drawing/2014/main" id="{4D907645-9BCC-6BFC-1C4D-7EFDF1F49FB9}"/>
              </a:ext>
            </a:extLst>
          </p:cNvPr>
          <p:cNvGrpSpPr/>
          <p:nvPr/>
        </p:nvGrpSpPr>
        <p:grpSpPr>
          <a:xfrm>
            <a:off x="8308825" y="1124625"/>
            <a:ext cx="442200" cy="1053501"/>
            <a:chOff x="8672125" y="787500"/>
            <a:chExt cx="442200" cy="1053501"/>
          </a:xfrm>
        </p:grpSpPr>
        <p:sp>
          <p:nvSpPr>
            <p:cNvPr id="227" name="Google Shape;227;p31">
              <a:extLst>
                <a:ext uri="{FF2B5EF4-FFF2-40B4-BE49-F238E27FC236}">
                  <a16:creationId xmlns:a16="http://schemas.microsoft.com/office/drawing/2014/main" id="{8D61B293-321E-30E5-90AE-C96CFDD644F5}"/>
                </a:ext>
              </a:extLst>
            </p:cNvPr>
            <p:cNvSpPr/>
            <p:nvPr/>
          </p:nvSpPr>
          <p:spPr>
            <a:xfrm rot="5400000">
              <a:off x="8672125" y="787500"/>
              <a:ext cx="442200" cy="4422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31">
              <a:extLst>
                <a:ext uri="{FF2B5EF4-FFF2-40B4-BE49-F238E27FC236}">
                  <a16:creationId xmlns:a16="http://schemas.microsoft.com/office/drawing/2014/main" id="{BE965B98-E1B3-AE9E-9C57-7CDC420B3E37}"/>
                </a:ext>
              </a:extLst>
            </p:cNvPr>
            <p:cNvSpPr/>
            <p:nvPr/>
          </p:nvSpPr>
          <p:spPr>
            <a:xfrm rot="5400000">
              <a:off x="8672125" y="1398800"/>
              <a:ext cx="442200" cy="4422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35" name="Google Shape;235;p3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10F44DF5-9F7C-EEB8-5FEC-DF9472AB7D34}"/>
              </a:ext>
            </a:extLst>
          </p:cNvPr>
          <p:cNvCxnSpPr/>
          <p:nvPr/>
        </p:nvCxnSpPr>
        <p:spPr>
          <a:xfrm>
            <a:off x="8529925" y="4051850"/>
            <a:ext cx="0" cy="337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" name="Rectangle 3">
            <a:extLst>
              <a:ext uri="{FF2B5EF4-FFF2-40B4-BE49-F238E27FC236}">
                <a16:creationId xmlns:a16="http://schemas.microsoft.com/office/drawing/2014/main" id="{D4E3B3C8-92CB-6D22-67E1-A23DA4E8BF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23062" y="1222200"/>
            <a:ext cx="8016938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ExplorAR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Glasses solve the issue of fragmented travel applications.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a smart, unified, and interactive travel experience.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 navigation, communication, and learning during travel.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includes: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Wearable deployment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Offline functionality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recommendations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has strong potential in smart tourism and AR-based assistance systems. </a:t>
            </a:r>
          </a:p>
        </p:txBody>
      </p:sp>
    </p:spTree>
    <p:extLst>
      <p:ext uri="{BB962C8B-B14F-4D97-AF65-F5344CB8AC3E}">
        <p14:creationId xmlns:p14="http://schemas.microsoft.com/office/powerpoint/2010/main" val="875273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3"/>
          <p:cNvSpPr txBox="1"/>
          <p:nvPr/>
        </p:nvSpPr>
        <p:spPr>
          <a:xfrm rot="-5400000">
            <a:off x="3575053" y="2627375"/>
            <a:ext cx="3453900" cy="11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0" dirty="0">
                <a:solidFill>
                  <a:schemeClr val="dk2"/>
                </a:solidFill>
                <a:latin typeface="Roboto Black"/>
                <a:ea typeface="Roboto Black"/>
                <a:cs typeface="Roboto Black"/>
                <a:sym typeface="Roboto Black"/>
              </a:rPr>
              <a:t>2026</a:t>
            </a:r>
            <a:endParaRPr sz="9000" dirty="0">
              <a:solidFill>
                <a:schemeClr val="dk2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895" name="Google Shape;895;p53"/>
          <p:cNvSpPr txBox="1">
            <a:spLocks noGrp="1"/>
          </p:cNvSpPr>
          <p:nvPr>
            <p:ph type="ctrTitle"/>
          </p:nvPr>
        </p:nvSpPr>
        <p:spPr>
          <a:xfrm>
            <a:off x="536272" y="2571750"/>
            <a:ext cx="4052100" cy="9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THANKS!</a:t>
            </a:r>
            <a:endParaRPr dirty="0"/>
          </a:p>
        </p:txBody>
      </p:sp>
      <p:sp>
        <p:nvSpPr>
          <p:cNvPr id="902" name="Google Shape;902;p53"/>
          <p:cNvSpPr/>
          <p:nvPr/>
        </p:nvSpPr>
        <p:spPr>
          <a:xfrm>
            <a:off x="218225" y="144600"/>
            <a:ext cx="343800" cy="2823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118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04" name="Google Shape;904;p53"/>
          <p:cNvSpPr/>
          <p:nvPr/>
        </p:nvSpPr>
        <p:spPr>
          <a:xfrm>
            <a:off x="5546900" y="566850"/>
            <a:ext cx="2875200" cy="4009800"/>
          </a:xfrm>
          <a:prstGeom prst="roundRect">
            <a:avLst>
              <a:gd name="adj" fmla="val 5585"/>
            </a:avLst>
          </a:prstGeom>
          <a:gradFill>
            <a:gsLst>
              <a:gs pos="0">
                <a:srgbClr val="FFFFFF"/>
              </a:gs>
              <a:gs pos="82000">
                <a:schemeClr val="dk1"/>
              </a:gs>
              <a:gs pos="100000">
                <a:schemeClr val="dk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05" name="Google Shape;905;p53"/>
          <p:cNvPicPr preferRelativeResize="0"/>
          <p:nvPr/>
        </p:nvPicPr>
        <p:blipFill rotWithShape="1">
          <a:blip r:embed="rId3">
            <a:alphaModFix/>
          </a:blip>
          <a:srcRect l="28927" r="28923"/>
          <a:stretch/>
        </p:blipFill>
        <p:spPr>
          <a:xfrm>
            <a:off x="5866263" y="851625"/>
            <a:ext cx="2236475" cy="35374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06" name="Google Shape;906;p53"/>
          <p:cNvGrpSpPr/>
          <p:nvPr/>
        </p:nvGrpSpPr>
        <p:grpSpPr>
          <a:xfrm>
            <a:off x="5839119" y="826100"/>
            <a:ext cx="2290763" cy="3586175"/>
            <a:chOff x="5156938" y="826100"/>
            <a:chExt cx="2290763" cy="3586175"/>
          </a:xfrm>
        </p:grpSpPr>
        <p:sp>
          <p:nvSpPr>
            <p:cNvPr id="907" name="Google Shape;907;p53"/>
            <p:cNvSpPr/>
            <p:nvPr/>
          </p:nvSpPr>
          <p:spPr>
            <a:xfrm>
              <a:off x="5156938" y="826100"/>
              <a:ext cx="61200" cy="6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53"/>
            <p:cNvSpPr/>
            <p:nvPr/>
          </p:nvSpPr>
          <p:spPr>
            <a:xfrm>
              <a:off x="5156938" y="4351075"/>
              <a:ext cx="61200" cy="6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53"/>
            <p:cNvSpPr/>
            <p:nvPr/>
          </p:nvSpPr>
          <p:spPr>
            <a:xfrm>
              <a:off x="7386500" y="826100"/>
              <a:ext cx="61200" cy="6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53"/>
            <p:cNvSpPr/>
            <p:nvPr/>
          </p:nvSpPr>
          <p:spPr>
            <a:xfrm>
              <a:off x="7386500" y="4351075"/>
              <a:ext cx="61200" cy="61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1" name="Google Shape;911;p53"/>
          <p:cNvSpPr/>
          <p:nvPr/>
        </p:nvSpPr>
        <p:spPr>
          <a:xfrm>
            <a:off x="6328100" y="735550"/>
            <a:ext cx="1312800" cy="357600"/>
          </a:xfrm>
          <a:prstGeom prst="snip1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118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 Black"/>
                <a:ea typeface="Roboto Black"/>
                <a:cs typeface="Roboto Black"/>
                <a:sym typeface="Roboto Black"/>
              </a:rPr>
              <a:t>EXTENDED AR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>
                <a:latin typeface="Roboto Light"/>
                <a:ea typeface="Roboto Light"/>
                <a:cs typeface="Roboto Light"/>
                <a:sym typeface="Roboto Light"/>
              </a:rPr>
              <a:t>AGENCY</a:t>
            </a: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017A373-7B6E-C064-0A52-41EDD732FFF4}"/>
              </a:ext>
            </a:extLst>
          </p:cNvPr>
          <p:cNvSpPr/>
          <p:nvPr/>
        </p:nvSpPr>
        <p:spPr>
          <a:xfrm>
            <a:off x="654424" y="3612776"/>
            <a:ext cx="3774267" cy="5371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novative VR Agency Slidesgo">
  <a:themeElements>
    <a:clrScheme name="Simple Light">
      <a:dk1>
        <a:srgbClr val="FFFFFF"/>
      </a:dk1>
      <a:lt1>
        <a:srgbClr val="151515"/>
      </a:lt1>
      <a:dk2>
        <a:srgbClr val="B4B4B4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1989</TotalTime>
  <Words>431</Words>
  <Application>Microsoft Office PowerPoint</Application>
  <PresentationFormat>On-screen Show (16:9)</PresentationFormat>
  <Paragraphs>95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Roboto</vt:lpstr>
      <vt:lpstr>Roboto Light</vt:lpstr>
      <vt:lpstr>Arial</vt:lpstr>
      <vt:lpstr>Roboto Black</vt:lpstr>
      <vt:lpstr>Times New Roman</vt:lpstr>
      <vt:lpstr>Innovative VR Agency Slidesgo</vt:lpstr>
      <vt:lpstr>ExplorAR Glasses </vt:lpstr>
      <vt:lpstr>MEET THE TEAM</vt:lpstr>
      <vt:lpstr>INTRODUCTION</vt:lpstr>
      <vt:lpstr>ABSTRACT</vt:lpstr>
      <vt:lpstr>LITERATURE REVIEW</vt:lpstr>
      <vt:lpstr>PROPOSED SYSTEM</vt:lpstr>
      <vt:lpstr>EXISTING SYSTEM</vt:lpstr>
      <vt:lpstr>EXISTING SYSTEM</vt:lpstr>
      <vt:lpstr>SYSTEM REQUIREMENTS</vt:lpstr>
      <vt:lpstr>CONCLUSION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Rida Sadiqa</cp:lastModifiedBy>
  <cp:revision>3</cp:revision>
  <dcterms:modified xsi:type="dcterms:W3CDTF">2026-04-25T16:27:09Z</dcterms:modified>
</cp:coreProperties>
</file>